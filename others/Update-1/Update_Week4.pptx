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E3DED9-8EFC-4A87-844E-9C378F789D8C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B35F6DE-7B27-4707-9892-A07DC6770B65}">
      <dgm:prSet custT="1"/>
      <dgm:spPr>
        <a:solidFill>
          <a:schemeClr val="bg1"/>
        </a:solidFill>
      </dgm:spPr>
      <dgm:t>
        <a:bodyPr/>
        <a:lstStyle/>
        <a:p>
          <a:r>
            <a:rPr lang="en-US" sz="1800" b="1" dirty="0">
              <a:solidFill>
                <a:schemeClr val="tx1"/>
              </a:solidFill>
            </a:rPr>
            <a:t>[User Connects]</a:t>
          </a:r>
        </a:p>
      </dgm:t>
    </dgm:pt>
    <dgm:pt modelId="{CA98F531-E995-49CC-90CF-2EAEEFD2DA25}" type="parTrans" cxnId="{AC810C4B-38AA-41AD-B9E7-2632139755D8}">
      <dgm:prSet/>
      <dgm:spPr/>
      <dgm:t>
        <a:bodyPr/>
        <a:lstStyle/>
        <a:p>
          <a:endParaRPr lang="en-US"/>
        </a:p>
      </dgm:t>
    </dgm:pt>
    <dgm:pt modelId="{991ED937-50D2-48FA-B3F7-E3E261A5EDC4}" type="sibTrans" cxnId="{AC810C4B-38AA-41AD-B9E7-2632139755D8}">
      <dgm:prSet/>
      <dgm:spPr/>
      <dgm:t>
        <a:bodyPr/>
        <a:lstStyle/>
        <a:p>
          <a:endParaRPr lang="en-US"/>
        </a:p>
      </dgm:t>
    </dgm:pt>
    <dgm:pt modelId="{BDD9474D-8558-45B0-A957-B699413A4F09}">
      <dgm:prSet/>
      <dgm:spPr/>
      <dgm:t>
        <a:bodyPr/>
        <a:lstStyle/>
        <a:p>
          <a:r>
            <a:rPr lang="en-US"/>
            <a:t>→</a:t>
          </a:r>
        </a:p>
      </dgm:t>
    </dgm:pt>
    <dgm:pt modelId="{04A1C70A-5EE0-493F-9B56-53CDADB68148}" type="parTrans" cxnId="{940DEB4D-715B-4C69-B98D-71B64BA9E5AC}">
      <dgm:prSet/>
      <dgm:spPr/>
      <dgm:t>
        <a:bodyPr/>
        <a:lstStyle/>
        <a:p>
          <a:endParaRPr lang="en-US"/>
        </a:p>
      </dgm:t>
    </dgm:pt>
    <dgm:pt modelId="{A7D6DAB1-13EE-4AC9-A805-E531D3EBD270}" type="sibTrans" cxnId="{940DEB4D-715B-4C69-B98D-71B64BA9E5AC}">
      <dgm:prSet/>
      <dgm:spPr/>
      <dgm:t>
        <a:bodyPr/>
        <a:lstStyle/>
        <a:p>
          <a:endParaRPr lang="en-US"/>
        </a:p>
      </dgm:t>
    </dgm:pt>
    <dgm:pt modelId="{B93E5696-D7AC-4A28-8B31-DF3126D6134F}">
      <dgm:prSet custT="1"/>
      <dgm:spPr>
        <a:solidFill>
          <a:schemeClr val="bg1"/>
        </a:solidFill>
      </dgm:spPr>
      <dgm:t>
        <a:bodyPr/>
        <a:lstStyle/>
        <a:p>
          <a:r>
            <a:rPr lang="en-US" sz="1800" b="1" dirty="0">
              <a:solidFill>
                <a:schemeClr val="tx1"/>
              </a:solidFill>
            </a:rPr>
            <a:t>[JWT Authentication]</a:t>
          </a:r>
        </a:p>
      </dgm:t>
    </dgm:pt>
    <dgm:pt modelId="{7B38B0F7-E537-4ADA-9789-1C58B9C3541E}" type="parTrans" cxnId="{A09EDBCC-9FD4-4C4A-95EC-F409DDF2C038}">
      <dgm:prSet/>
      <dgm:spPr/>
      <dgm:t>
        <a:bodyPr/>
        <a:lstStyle/>
        <a:p>
          <a:endParaRPr lang="en-US"/>
        </a:p>
      </dgm:t>
    </dgm:pt>
    <dgm:pt modelId="{DF121C58-CD2A-4AFA-B88F-30A13BE471F0}" type="sibTrans" cxnId="{A09EDBCC-9FD4-4C4A-95EC-F409DDF2C038}">
      <dgm:prSet/>
      <dgm:spPr/>
      <dgm:t>
        <a:bodyPr/>
        <a:lstStyle/>
        <a:p>
          <a:endParaRPr lang="en-US"/>
        </a:p>
      </dgm:t>
    </dgm:pt>
    <dgm:pt modelId="{8FC1B990-BB70-4E1A-A57B-819AD87A1B84}">
      <dgm:prSet/>
      <dgm:spPr/>
      <dgm:t>
        <a:bodyPr/>
        <a:lstStyle/>
        <a:p>
          <a:r>
            <a:rPr lang="en-US"/>
            <a:t>→</a:t>
          </a:r>
        </a:p>
      </dgm:t>
    </dgm:pt>
    <dgm:pt modelId="{0F752C51-D885-4EF8-A4F9-321DE4ED7804}" type="parTrans" cxnId="{D12B2286-571D-4CE2-8C22-64D138D1D0CF}">
      <dgm:prSet/>
      <dgm:spPr/>
      <dgm:t>
        <a:bodyPr/>
        <a:lstStyle/>
        <a:p>
          <a:endParaRPr lang="en-US"/>
        </a:p>
      </dgm:t>
    </dgm:pt>
    <dgm:pt modelId="{05F747F0-E041-4E6B-BE15-3FE6E2BBAD7A}" type="sibTrans" cxnId="{D12B2286-571D-4CE2-8C22-64D138D1D0CF}">
      <dgm:prSet/>
      <dgm:spPr/>
      <dgm:t>
        <a:bodyPr/>
        <a:lstStyle/>
        <a:p>
          <a:endParaRPr lang="en-US"/>
        </a:p>
      </dgm:t>
    </dgm:pt>
    <dgm:pt modelId="{54A8A09F-E393-4B13-98E9-A5599FAFD433}">
      <dgm:prSet custT="1"/>
      <dgm:spPr>
        <a:solidFill>
          <a:schemeClr val="bg1"/>
        </a:solidFill>
      </dgm:spPr>
      <dgm:t>
        <a:bodyPr/>
        <a:lstStyle/>
        <a:p>
          <a:r>
            <a:rPr lang="en-US" sz="1800" b="1" dirty="0">
              <a:solidFill>
                <a:schemeClr val="tx1"/>
              </a:solidFill>
            </a:rPr>
            <a:t>[Group Membership Check]</a:t>
          </a:r>
        </a:p>
      </dgm:t>
    </dgm:pt>
    <dgm:pt modelId="{602938B3-60A1-4759-B251-53B0706772FD}" type="parTrans" cxnId="{328AC6BA-482A-491B-98F1-048FCF8FBC63}">
      <dgm:prSet/>
      <dgm:spPr/>
      <dgm:t>
        <a:bodyPr/>
        <a:lstStyle/>
        <a:p>
          <a:endParaRPr lang="en-US"/>
        </a:p>
      </dgm:t>
    </dgm:pt>
    <dgm:pt modelId="{77293AED-7DFA-4182-BD21-A7F47B2F8B10}" type="sibTrans" cxnId="{328AC6BA-482A-491B-98F1-048FCF8FBC63}">
      <dgm:prSet/>
      <dgm:spPr/>
      <dgm:t>
        <a:bodyPr/>
        <a:lstStyle/>
        <a:p>
          <a:endParaRPr lang="en-US"/>
        </a:p>
      </dgm:t>
    </dgm:pt>
    <dgm:pt modelId="{5060345C-D86F-4864-88A7-1BD2F574C389}">
      <dgm:prSet/>
      <dgm:spPr/>
      <dgm:t>
        <a:bodyPr/>
        <a:lstStyle/>
        <a:p>
          <a:r>
            <a:rPr lang="en-US"/>
            <a:t>→</a:t>
          </a:r>
        </a:p>
      </dgm:t>
    </dgm:pt>
    <dgm:pt modelId="{DB3F0C63-EB2B-4CC5-A6D7-0FF45F031B68}" type="parTrans" cxnId="{0CA6B58A-1C21-4E57-8CD8-AC000112B846}">
      <dgm:prSet/>
      <dgm:spPr/>
      <dgm:t>
        <a:bodyPr/>
        <a:lstStyle/>
        <a:p>
          <a:endParaRPr lang="en-US"/>
        </a:p>
      </dgm:t>
    </dgm:pt>
    <dgm:pt modelId="{40CFB78C-4F68-4937-AC6F-95B58B94E03C}" type="sibTrans" cxnId="{0CA6B58A-1C21-4E57-8CD8-AC000112B846}">
      <dgm:prSet/>
      <dgm:spPr/>
      <dgm:t>
        <a:bodyPr/>
        <a:lstStyle/>
        <a:p>
          <a:endParaRPr lang="en-US"/>
        </a:p>
      </dgm:t>
    </dgm:pt>
    <dgm:pt modelId="{A7F65BDC-B29D-421F-A090-95D35DD1AF2C}">
      <dgm:prSet custT="1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n-US" sz="1800" b="1" dirty="0">
              <a:solidFill>
                <a:schemeClr val="tx1"/>
              </a:solidFill>
            </a:rPr>
            <a:t>[Accept Connection]</a:t>
          </a:r>
        </a:p>
      </dgm:t>
    </dgm:pt>
    <dgm:pt modelId="{1E4EFDEA-089C-43FB-BB92-4A3336B935CB}" type="parTrans" cxnId="{AAD61524-BBA9-4A2A-9932-0270FC2F806B}">
      <dgm:prSet/>
      <dgm:spPr/>
      <dgm:t>
        <a:bodyPr/>
        <a:lstStyle/>
        <a:p>
          <a:endParaRPr lang="en-US"/>
        </a:p>
      </dgm:t>
    </dgm:pt>
    <dgm:pt modelId="{3D9DF2EF-8BC3-41D5-9B7E-057FA5C1A90E}" type="sibTrans" cxnId="{AAD61524-BBA9-4A2A-9932-0270FC2F806B}">
      <dgm:prSet/>
      <dgm:spPr/>
      <dgm:t>
        <a:bodyPr/>
        <a:lstStyle/>
        <a:p>
          <a:endParaRPr lang="en-US"/>
        </a:p>
      </dgm:t>
    </dgm:pt>
    <dgm:pt modelId="{51E8F587-E40D-4DDD-B4A9-6D268DFA06BD}">
      <dgm:prSet/>
      <dgm:spPr/>
      <dgm:t>
        <a:bodyPr/>
        <a:lstStyle/>
        <a:p>
          <a:r>
            <a:rPr lang="en-US"/>
            <a:t>→</a:t>
          </a:r>
        </a:p>
      </dgm:t>
    </dgm:pt>
    <dgm:pt modelId="{3420D5C1-226A-4421-BFB8-9CADA99700BD}" type="parTrans" cxnId="{B47961B3-189C-4D37-85EC-65EA42EC2A94}">
      <dgm:prSet/>
      <dgm:spPr/>
      <dgm:t>
        <a:bodyPr/>
        <a:lstStyle/>
        <a:p>
          <a:endParaRPr lang="en-US"/>
        </a:p>
      </dgm:t>
    </dgm:pt>
    <dgm:pt modelId="{3A273607-D796-464B-A555-ADE822E6D8DB}" type="sibTrans" cxnId="{B47961B3-189C-4D37-85EC-65EA42EC2A94}">
      <dgm:prSet/>
      <dgm:spPr/>
      <dgm:t>
        <a:bodyPr/>
        <a:lstStyle/>
        <a:p>
          <a:endParaRPr lang="en-US"/>
        </a:p>
      </dgm:t>
    </dgm:pt>
    <dgm:pt modelId="{FED01A59-4BFD-4652-827A-C33279384191}">
      <dgm:prSet custT="1"/>
      <dgm:spPr>
        <a:solidFill>
          <a:schemeClr val="bg1"/>
        </a:solidFill>
      </dgm:spPr>
      <dgm:t>
        <a:bodyPr/>
        <a:lstStyle/>
        <a:p>
          <a:r>
            <a:rPr lang="en-US" sz="1800" b="1" dirty="0">
              <a:solidFill>
                <a:schemeClr val="tx1"/>
              </a:solidFill>
            </a:rPr>
            <a:t>[</a:t>
          </a:r>
          <a:r>
            <a:rPr lang="en-US" sz="1800" b="1" dirty="0" err="1">
              <a:solidFill>
                <a:schemeClr val="tx1"/>
              </a:solidFill>
            </a:rPr>
            <a:t>ConnectionManager</a:t>
          </a:r>
          <a:r>
            <a:rPr lang="en-US" sz="1800" b="1" dirty="0">
              <a:solidFill>
                <a:schemeClr val="tx1"/>
              </a:solidFill>
            </a:rPr>
            <a:t>]</a:t>
          </a:r>
        </a:p>
      </dgm:t>
    </dgm:pt>
    <dgm:pt modelId="{176380B4-30A0-44B9-B347-B1B957853D29}" type="parTrans" cxnId="{7028AA0E-198E-424C-A124-79722F786AF8}">
      <dgm:prSet/>
      <dgm:spPr/>
      <dgm:t>
        <a:bodyPr/>
        <a:lstStyle/>
        <a:p>
          <a:endParaRPr lang="en-US"/>
        </a:p>
      </dgm:t>
    </dgm:pt>
    <dgm:pt modelId="{805581FA-FD49-4547-B462-7E9DD3AD30FE}" type="sibTrans" cxnId="{7028AA0E-198E-424C-A124-79722F786AF8}">
      <dgm:prSet/>
      <dgm:spPr/>
      <dgm:t>
        <a:bodyPr/>
        <a:lstStyle/>
        <a:p>
          <a:endParaRPr lang="en-US"/>
        </a:p>
      </dgm:t>
    </dgm:pt>
    <dgm:pt modelId="{E6A722CB-FDD1-43BD-8117-9716FCEAA855}">
      <dgm:prSet/>
      <dgm:spPr/>
      <dgm:t>
        <a:bodyPr/>
        <a:lstStyle/>
        <a:p>
          <a:r>
            <a:rPr lang="en-US"/>
            <a:t>→</a:t>
          </a:r>
        </a:p>
      </dgm:t>
    </dgm:pt>
    <dgm:pt modelId="{11A20CC6-1B25-4553-B870-E9DB9FB81BEE}" type="parTrans" cxnId="{1A9E8C4F-6C6D-4DA4-B037-DC7A11FB54F1}">
      <dgm:prSet/>
      <dgm:spPr/>
      <dgm:t>
        <a:bodyPr/>
        <a:lstStyle/>
        <a:p>
          <a:endParaRPr lang="en-US"/>
        </a:p>
      </dgm:t>
    </dgm:pt>
    <dgm:pt modelId="{A4CE7D45-A67E-40AC-9602-7F4C765A0C63}" type="sibTrans" cxnId="{1A9E8C4F-6C6D-4DA4-B037-DC7A11FB54F1}">
      <dgm:prSet/>
      <dgm:spPr/>
      <dgm:t>
        <a:bodyPr/>
        <a:lstStyle/>
        <a:p>
          <a:endParaRPr lang="en-US"/>
        </a:p>
      </dgm:t>
    </dgm:pt>
    <dgm:pt modelId="{EB3853DA-56F8-4C8F-A3EE-70D368040144}">
      <dgm:prSet custT="1"/>
      <dgm:spPr>
        <a:solidFill>
          <a:schemeClr val="bg1"/>
        </a:solidFill>
      </dgm:spPr>
      <dgm:t>
        <a:bodyPr/>
        <a:lstStyle/>
        <a:p>
          <a:r>
            <a:rPr lang="en-US" sz="1800" b="1" dirty="0">
              <a:solidFill>
                <a:schemeClr val="tx1"/>
              </a:solidFill>
            </a:rPr>
            <a:t>[Receive Message]</a:t>
          </a:r>
        </a:p>
      </dgm:t>
    </dgm:pt>
    <dgm:pt modelId="{B762D4AA-366F-4B82-8909-26FBA4229F45}" type="parTrans" cxnId="{7685130D-DF62-4203-8A45-DD81D53C7159}">
      <dgm:prSet/>
      <dgm:spPr/>
      <dgm:t>
        <a:bodyPr/>
        <a:lstStyle/>
        <a:p>
          <a:endParaRPr lang="en-US"/>
        </a:p>
      </dgm:t>
    </dgm:pt>
    <dgm:pt modelId="{FE960443-1294-4CFD-ABF1-9D1E775854CB}" type="sibTrans" cxnId="{7685130D-DF62-4203-8A45-DD81D53C7159}">
      <dgm:prSet/>
      <dgm:spPr/>
      <dgm:t>
        <a:bodyPr/>
        <a:lstStyle/>
        <a:p>
          <a:endParaRPr lang="en-US"/>
        </a:p>
      </dgm:t>
    </dgm:pt>
    <dgm:pt modelId="{E941A0DC-04E5-4550-999D-7D29FD2BCF98}">
      <dgm:prSet/>
      <dgm:spPr/>
      <dgm:t>
        <a:bodyPr/>
        <a:lstStyle/>
        <a:p>
          <a:r>
            <a:rPr lang="en-US"/>
            <a:t>→</a:t>
          </a:r>
        </a:p>
      </dgm:t>
    </dgm:pt>
    <dgm:pt modelId="{44AFA952-AB5F-4B37-9043-3553EF1F5FD1}" type="parTrans" cxnId="{3FDE4C35-29DD-45F4-BCFB-3D71E97082C1}">
      <dgm:prSet/>
      <dgm:spPr/>
      <dgm:t>
        <a:bodyPr/>
        <a:lstStyle/>
        <a:p>
          <a:endParaRPr lang="en-US"/>
        </a:p>
      </dgm:t>
    </dgm:pt>
    <dgm:pt modelId="{4C1C8070-172A-4694-A40E-AFAC68EE8D1F}" type="sibTrans" cxnId="{3FDE4C35-29DD-45F4-BCFB-3D71E97082C1}">
      <dgm:prSet/>
      <dgm:spPr/>
      <dgm:t>
        <a:bodyPr/>
        <a:lstStyle/>
        <a:p>
          <a:endParaRPr lang="en-US"/>
        </a:p>
      </dgm:t>
    </dgm:pt>
    <dgm:pt modelId="{8A629F0E-C891-41C0-9872-734071E8020C}">
      <dgm:prSet custT="1"/>
      <dgm:spPr>
        <a:solidFill>
          <a:schemeClr val="bg1"/>
        </a:solidFill>
      </dgm:spPr>
      <dgm:t>
        <a:bodyPr/>
        <a:lstStyle/>
        <a:p>
          <a:r>
            <a:rPr lang="en-US" sz="1800" b="1" dirty="0">
              <a:solidFill>
                <a:schemeClr val="tx1"/>
              </a:solidFill>
            </a:rPr>
            <a:t>[Validate Message]</a:t>
          </a:r>
        </a:p>
      </dgm:t>
    </dgm:pt>
    <dgm:pt modelId="{3EB62C87-C17C-4B94-A9C5-4249EFB9CD0E}" type="parTrans" cxnId="{11EB6010-2F2B-4FC8-BF46-EA87E2A41C40}">
      <dgm:prSet/>
      <dgm:spPr/>
      <dgm:t>
        <a:bodyPr/>
        <a:lstStyle/>
        <a:p>
          <a:endParaRPr lang="en-US"/>
        </a:p>
      </dgm:t>
    </dgm:pt>
    <dgm:pt modelId="{9ECF8CD6-7A53-4F42-8E4E-5AF1CEDB4BF6}" type="sibTrans" cxnId="{11EB6010-2F2B-4FC8-BF46-EA87E2A41C40}">
      <dgm:prSet/>
      <dgm:spPr/>
      <dgm:t>
        <a:bodyPr/>
        <a:lstStyle/>
        <a:p>
          <a:endParaRPr lang="en-US"/>
        </a:p>
      </dgm:t>
    </dgm:pt>
    <dgm:pt modelId="{EE784E45-682A-4F80-84FC-58AB7334C78C}">
      <dgm:prSet/>
      <dgm:spPr/>
      <dgm:t>
        <a:bodyPr/>
        <a:lstStyle/>
        <a:p>
          <a:r>
            <a:rPr lang="en-US"/>
            <a:t>→</a:t>
          </a:r>
        </a:p>
      </dgm:t>
    </dgm:pt>
    <dgm:pt modelId="{DD1D7EE6-EA64-452A-937E-8EBC04FA1D1B}" type="parTrans" cxnId="{D77C5AE0-DA2B-4E2D-B50E-43FFFFD2B02F}">
      <dgm:prSet/>
      <dgm:spPr/>
      <dgm:t>
        <a:bodyPr/>
        <a:lstStyle/>
        <a:p>
          <a:endParaRPr lang="en-US"/>
        </a:p>
      </dgm:t>
    </dgm:pt>
    <dgm:pt modelId="{A012E420-BFE4-492A-8A79-802A1A79DEFB}" type="sibTrans" cxnId="{D77C5AE0-DA2B-4E2D-B50E-43FFFFD2B02F}">
      <dgm:prSet/>
      <dgm:spPr/>
      <dgm:t>
        <a:bodyPr/>
        <a:lstStyle/>
        <a:p>
          <a:endParaRPr lang="en-US"/>
        </a:p>
      </dgm:t>
    </dgm:pt>
    <dgm:pt modelId="{EDECE3EA-5969-414B-BD9D-689ECA39D133}">
      <dgm:prSet custT="1"/>
      <dgm:spPr>
        <a:solidFill>
          <a:schemeClr val="bg1"/>
        </a:solidFill>
      </dgm:spPr>
      <dgm:t>
        <a:bodyPr/>
        <a:lstStyle/>
        <a:p>
          <a:r>
            <a:rPr lang="en-US" sz="1800" b="1" dirty="0">
              <a:solidFill>
                <a:schemeClr val="tx1"/>
              </a:solidFill>
            </a:rPr>
            <a:t>[Save in PostgreSQL]</a:t>
          </a:r>
        </a:p>
      </dgm:t>
    </dgm:pt>
    <dgm:pt modelId="{B25A2A97-DA39-46AF-BDF8-4F34A4FB9B8B}" type="parTrans" cxnId="{C4EAC818-ACEA-4246-AF38-0A3DA3420BDE}">
      <dgm:prSet/>
      <dgm:spPr/>
      <dgm:t>
        <a:bodyPr/>
        <a:lstStyle/>
        <a:p>
          <a:endParaRPr lang="en-US"/>
        </a:p>
      </dgm:t>
    </dgm:pt>
    <dgm:pt modelId="{7723CF54-BCBB-4215-8294-1DBE7703AAC0}" type="sibTrans" cxnId="{C4EAC818-ACEA-4246-AF38-0A3DA3420BDE}">
      <dgm:prSet/>
      <dgm:spPr/>
      <dgm:t>
        <a:bodyPr/>
        <a:lstStyle/>
        <a:p>
          <a:endParaRPr lang="en-US"/>
        </a:p>
      </dgm:t>
    </dgm:pt>
    <dgm:pt modelId="{DCAAE339-0BEA-4CDA-9522-D0D2CC7E82C0}">
      <dgm:prSet/>
      <dgm:spPr/>
      <dgm:t>
        <a:bodyPr/>
        <a:lstStyle/>
        <a:p>
          <a:r>
            <a:rPr lang="en-US"/>
            <a:t>→</a:t>
          </a:r>
        </a:p>
      </dgm:t>
    </dgm:pt>
    <dgm:pt modelId="{79677EEC-507C-4B8E-883F-548E7DEB90B1}" type="parTrans" cxnId="{CF719AA6-B4AC-49B0-A6EA-39C17C2A5295}">
      <dgm:prSet/>
      <dgm:spPr/>
      <dgm:t>
        <a:bodyPr/>
        <a:lstStyle/>
        <a:p>
          <a:endParaRPr lang="en-US"/>
        </a:p>
      </dgm:t>
    </dgm:pt>
    <dgm:pt modelId="{C58C6BEF-B7F4-4F69-961A-ABDD0F97987A}" type="sibTrans" cxnId="{CF719AA6-B4AC-49B0-A6EA-39C17C2A5295}">
      <dgm:prSet/>
      <dgm:spPr/>
      <dgm:t>
        <a:bodyPr/>
        <a:lstStyle/>
        <a:p>
          <a:endParaRPr lang="en-US"/>
        </a:p>
      </dgm:t>
    </dgm:pt>
    <dgm:pt modelId="{D2C9C2AF-8095-4271-AA2C-2446F51BBA8E}">
      <dgm:prSet custT="1"/>
      <dgm:spPr>
        <a:solidFill>
          <a:schemeClr val="bg1"/>
        </a:solidFill>
      </dgm:spPr>
      <dgm:t>
        <a:bodyPr/>
        <a:lstStyle/>
        <a:p>
          <a:r>
            <a:rPr lang="en-US" sz="1200" dirty="0"/>
            <a:t>[</a:t>
          </a:r>
          <a:r>
            <a:rPr lang="en-US" sz="1800" b="1" dirty="0">
              <a:solidFill>
                <a:schemeClr val="tx1"/>
              </a:solidFill>
            </a:rPr>
            <a:t>Broadcast to Group Members</a:t>
          </a:r>
          <a:r>
            <a:rPr lang="en-US" sz="1200" dirty="0"/>
            <a:t>]</a:t>
          </a:r>
        </a:p>
      </dgm:t>
    </dgm:pt>
    <dgm:pt modelId="{EB3F7D9C-DD09-4A24-878C-58CB596C48EF}" type="parTrans" cxnId="{29C9B5C0-C88C-491E-B3B6-E865135407F8}">
      <dgm:prSet/>
      <dgm:spPr/>
      <dgm:t>
        <a:bodyPr/>
        <a:lstStyle/>
        <a:p>
          <a:endParaRPr lang="en-US"/>
        </a:p>
      </dgm:t>
    </dgm:pt>
    <dgm:pt modelId="{3FE937EF-D49B-4C6A-8BED-DD7632B00776}" type="sibTrans" cxnId="{29C9B5C0-C88C-491E-B3B6-E865135407F8}">
      <dgm:prSet/>
      <dgm:spPr/>
      <dgm:t>
        <a:bodyPr/>
        <a:lstStyle/>
        <a:p>
          <a:endParaRPr lang="en-US"/>
        </a:p>
      </dgm:t>
    </dgm:pt>
    <dgm:pt modelId="{3B722DEF-A54C-4BB1-8E0F-34AE8C598F32}" type="pres">
      <dgm:prSet presAssocID="{3FE3DED9-8EFC-4A87-844E-9C378F789D8C}" presName="linearFlow" presStyleCnt="0">
        <dgm:presLayoutVars>
          <dgm:dir/>
          <dgm:resizeHandles val="exact"/>
        </dgm:presLayoutVars>
      </dgm:prSet>
      <dgm:spPr/>
    </dgm:pt>
    <dgm:pt modelId="{06162B64-9EC9-4C6F-93F2-6F090B548B62}" type="pres">
      <dgm:prSet presAssocID="{5B35F6DE-7B27-4707-9892-A07DC6770B65}" presName="composite" presStyleCnt="0"/>
      <dgm:spPr/>
    </dgm:pt>
    <dgm:pt modelId="{E20B6B23-7E5A-4563-A19B-0FEE942250E2}" type="pres">
      <dgm:prSet presAssocID="{5B35F6DE-7B27-4707-9892-A07DC6770B65}" presName="imgShp" presStyleLbl="fgImgPlace1" presStyleIdx="0" presStyleCnt="17"/>
      <dgm:spPr>
        <a:solidFill>
          <a:schemeClr val="accent1">
            <a:lumMod val="50000"/>
          </a:schemeClr>
        </a:solidFill>
      </dgm:spPr>
    </dgm:pt>
    <dgm:pt modelId="{515F8286-892A-4F26-92C4-9FFDE60CE87C}" type="pres">
      <dgm:prSet presAssocID="{5B35F6DE-7B27-4707-9892-A07DC6770B65}" presName="txShp" presStyleLbl="node1" presStyleIdx="0" presStyleCnt="17">
        <dgm:presLayoutVars>
          <dgm:bulletEnabled val="1"/>
        </dgm:presLayoutVars>
      </dgm:prSet>
      <dgm:spPr/>
    </dgm:pt>
    <dgm:pt modelId="{A1FF1988-345F-4F59-9FEA-C0D97D7463C6}" type="pres">
      <dgm:prSet presAssocID="{991ED937-50D2-48FA-B3F7-E3E261A5EDC4}" presName="spacing" presStyleCnt="0"/>
      <dgm:spPr/>
    </dgm:pt>
    <dgm:pt modelId="{0C7C1801-B164-4188-901B-F25886C1ABD4}" type="pres">
      <dgm:prSet presAssocID="{BDD9474D-8558-45B0-A957-B699413A4F09}" presName="composite" presStyleCnt="0"/>
      <dgm:spPr/>
    </dgm:pt>
    <dgm:pt modelId="{D672102C-2281-4093-AF80-C6EBBF6F994B}" type="pres">
      <dgm:prSet presAssocID="{BDD9474D-8558-45B0-A957-B699413A4F09}" presName="imgShp" presStyleLbl="fgImgPlace1" presStyleIdx="1" presStyleCnt="17"/>
      <dgm:spPr/>
    </dgm:pt>
    <dgm:pt modelId="{C4E2C802-FC90-4E7D-B509-6615D46B1574}" type="pres">
      <dgm:prSet presAssocID="{BDD9474D-8558-45B0-A957-B699413A4F09}" presName="txShp" presStyleLbl="node1" presStyleIdx="1" presStyleCnt="17">
        <dgm:presLayoutVars>
          <dgm:bulletEnabled val="1"/>
        </dgm:presLayoutVars>
      </dgm:prSet>
      <dgm:spPr/>
    </dgm:pt>
    <dgm:pt modelId="{851C8A43-A4A8-42F7-843B-506115D3832A}" type="pres">
      <dgm:prSet presAssocID="{A7D6DAB1-13EE-4AC9-A805-E531D3EBD270}" presName="spacing" presStyleCnt="0"/>
      <dgm:spPr/>
    </dgm:pt>
    <dgm:pt modelId="{ED210F3D-48BB-451A-B34B-1EF36FE093A1}" type="pres">
      <dgm:prSet presAssocID="{B93E5696-D7AC-4A28-8B31-DF3126D6134F}" presName="composite" presStyleCnt="0"/>
      <dgm:spPr/>
    </dgm:pt>
    <dgm:pt modelId="{DFF09ECE-57ED-4BF3-92E2-14C67FCD6F3B}" type="pres">
      <dgm:prSet presAssocID="{B93E5696-D7AC-4A28-8B31-DF3126D6134F}" presName="imgShp" presStyleLbl="fgImgPlace1" presStyleIdx="2" presStyleCnt="17"/>
      <dgm:spPr>
        <a:solidFill>
          <a:schemeClr val="tx2">
            <a:lumMod val="50000"/>
          </a:schemeClr>
        </a:solidFill>
      </dgm:spPr>
    </dgm:pt>
    <dgm:pt modelId="{736C30AA-040C-4C99-8ACD-5C08E2DD6A88}" type="pres">
      <dgm:prSet presAssocID="{B93E5696-D7AC-4A28-8B31-DF3126D6134F}" presName="txShp" presStyleLbl="node1" presStyleIdx="2" presStyleCnt="17">
        <dgm:presLayoutVars>
          <dgm:bulletEnabled val="1"/>
        </dgm:presLayoutVars>
      </dgm:prSet>
      <dgm:spPr/>
    </dgm:pt>
    <dgm:pt modelId="{3350E4B2-45A4-4A6C-904E-B4FC94E6CC0B}" type="pres">
      <dgm:prSet presAssocID="{DF121C58-CD2A-4AFA-B88F-30A13BE471F0}" presName="spacing" presStyleCnt="0"/>
      <dgm:spPr/>
    </dgm:pt>
    <dgm:pt modelId="{A3BDD035-99FF-467D-9837-63BA2113916A}" type="pres">
      <dgm:prSet presAssocID="{8FC1B990-BB70-4E1A-A57B-819AD87A1B84}" presName="composite" presStyleCnt="0"/>
      <dgm:spPr/>
    </dgm:pt>
    <dgm:pt modelId="{BD8C20E6-3A96-41C4-978A-34088307C986}" type="pres">
      <dgm:prSet presAssocID="{8FC1B990-BB70-4E1A-A57B-819AD87A1B84}" presName="imgShp" presStyleLbl="fgImgPlace1" presStyleIdx="3" presStyleCnt="17"/>
      <dgm:spPr/>
    </dgm:pt>
    <dgm:pt modelId="{A6C187AD-0C60-4882-ACAB-9B205BC125AB}" type="pres">
      <dgm:prSet presAssocID="{8FC1B990-BB70-4E1A-A57B-819AD87A1B84}" presName="txShp" presStyleLbl="node1" presStyleIdx="3" presStyleCnt="17">
        <dgm:presLayoutVars>
          <dgm:bulletEnabled val="1"/>
        </dgm:presLayoutVars>
      </dgm:prSet>
      <dgm:spPr/>
    </dgm:pt>
    <dgm:pt modelId="{93758065-B3CB-4C4C-8C66-CEA0B4E5B845}" type="pres">
      <dgm:prSet presAssocID="{05F747F0-E041-4E6B-BE15-3FE6E2BBAD7A}" presName="spacing" presStyleCnt="0"/>
      <dgm:spPr/>
    </dgm:pt>
    <dgm:pt modelId="{DC7D181E-21EB-413B-81FE-1FF06EDAEACF}" type="pres">
      <dgm:prSet presAssocID="{54A8A09F-E393-4B13-98E9-A5599FAFD433}" presName="composite" presStyleCnt="0"/>
      <dgm:spPr/>
    </dgm:pt>
    <dgm:pt modelId="{413B50CE-F353-4667-8D8A-9FC83CDDF727}" type="pres">
      <dgm:prSet presAssocID="{54A8A09F-E393-4B13-98E9-A5599FAFD433}" presName="imgShp" presStyleLbl="fgImgPlace1" presStyleIdx="4" presStyleCnt="17"/>
      <dgm:spPr>
        <a:solidFill>
          <a:schemeClr val="tx2">
            <a:lumMod val="50000"/>
          </a:schemeClr>
        </a:solidFill>
      </dgm:spPr>
    </dgm:pt>
    <dgm:pt modelId="{57284AAE-454F-4434-AA34-1C4361FF8C89}" type="pres">
      <dgm:prSet presAssocID="{54A8A09F-E393-4B13-98E9-A5599FAFD433}" presName="txShp" presStyleLbl="node1" presStyleIdx="4" presStyleCnt="17">
        <dgm:presLayoutVars>
          <dgm:bulletEnabled val="1"/>
        </dgm:presLayoutVars>
      </dgm:prSet>
      <dgm:spPr/>
    </dgm:pt>
    <dgm:pt modelId="{60A1A543-0C8E-4A8D-ABB0-6920DC0449B0}" type="pres">
      <dgm:prSet presAssocID="{77293AED-7DFA-4182-BD21-A7F47B2F8B10}" presName="spacing" presStyleCnt="0"/>
      <dgm:spPr/>
    </dgm:pt>
    <dgm:pt modelId="{E3016754-D1D6-4B34-A8F2-749D1DC04E7B}" type="pres">
      <dgm:prSet presAssocID="{5060345C-D86F-4864-88A7-1BD2F574C389}" presName="composite" presStyleCnt="0"/>
      <dgm:spPr/>
    </dgm:pt>
    <dgm:pt modelId="{2AF3EACC-2C06-4757-AC5F-9CC09C07E70C}" type="pres">
      <dgm:prSet presAssocID="{5060345C-D86F-4864-88A7-1BD2F574C389}" presName="imgShp" presStyleLbl="fgImgPlace1" presStyleIdx="5" presStyleCnt="17"/>
      <dgm:spPr/>
    </dgm:pt>
    <dgm:pt modelId="{956C57F7-BE15-426C-AD67-753C2817272D}" type="pres">
      <dgm:prSet presAssocID="{5060345C-D86F-4864-88A7-1BD2F574C389}" presName="txShp" presStyleLbl="node1" presStyleIdx="5" presStyleCnt="17">
        <dgm:presLayoutVars>
          <dgm:bulletEnabled val="1"/>
        </dgm:presLayoutVars>
      </dgm:prSet>
      <dgm:spPr/>
    </dgm:pt>
    <dgm:pt modelId="{EB553959-A526-4709-AADA-F84E8625D9A6}" type="pres">
      <dgm:prSet presAssocID="{40CFB78C-4F68-4937-AC6F-95B58B94E03C}" presName="spacing" presStyleCnt="0"/>
      <dgm:spPr/>
    </dgm:pt>
    <dgm:pt modelId="{7F29A12D-DFAF-4945-899B-A8422D6BF68E}" type="pres">
      <dgm:prSet presAssocID="{A7F65BDC-B29D-421F-A090-95D35DD1AF2C}" presName="composite" presStyleCnt="0"/>
      <dgm:spPr/>
    </dgm:pt>
    <dgm:pt modelId="{CF6B3E34-D38E-4486-BE05-92C204F9B351}" type="pres">
      <dgm:prSet presAssocID="{A7F65BDC-B29D-421F-A090-95D35DD1AF2C}" presName="imgShp" presStyleLbl="fgImgPlace1" presStyleIdx="6" presStyleCnt="17"/>
      <dgm:spPr>
        <a:solidFill>
          <a:schemeClr val="tx2">
            <a:lumMod val="50000"/>
          </a:schemeClr>
        </a:solidFill>
      </dgm:spPr>
    </dgm:pt>
    <dgm:pt modelId="{D8325BF9-5119-4B2B-A2C6-6C74CCBAE9EB}" type="pres">
      <dgm:prSet presAssocID="{A7F65BDC-B29D-421F-A090-95D35DD1AF2C}" presName="txShp" presStyleLbl="node1" presStyleIdx="6" presStyleCnt="17">
        <dgm:presLayoutVars>
          <dgm:bulletEnabled val="1"/>
        </dgm:presLayoutVars>
      </dgm:prSet>
      <dgm:spPr/>
    </dgm:pt>
    <dgm:pt modelId="{30B61641-E97B-4A0D-8A34-155C4691BA4B}" type="pres">
      <dgm:prSet presAssocID="{3D9DF2EF-8BC3-41D5-9B7E-057FA5C1A90E}" presName="spacing" presStyleCnt="0"/>
      <dgm:spPr/>
    </dgm:pt>
    <dgm:pt modelId="{8C3FDE0A-3F62-4797-8E0F-CA4ECBE7BC2D}" type="pres">
      <dgm:prSet presAssocID="{51E8F587-E40D-4DDD-B4A9-6D268DFA06BD}" presName="composite" presStyleCnt="0"/>
      <dgm:spPr/>
    </dgm:pt>
    <dgm:pt modelId="{46D1C3C2-97AE-4995-AE27-D6ED4097437C}" type="pres">
      <dgm:prSet presAssocID="{51E8F587-E40D-4DDD-B4A9-6D268DFA06BD}" presName="imgShp" presStyleLbl="fgImgPlace1" presStyleIdx="7" presStyleCnt="17"/>
      <dgm:spPr/>
    </dgm:pt>
    <dgm:pt modelId="{100E966A-D047-4426-8B4A-7616890C896A}" type="pres">
      <dgm:prSet presAssocID="{51E8F587-E40D-4DDD-B4A9-6D268DFA06BD}" presName="txShp" presStyleLbl="node1" presStyleIdx="7" presStyleCnt="17">
        <dgm:presLayoutVars>
          <dgm:bulletEnabled val="1"/>
        </dgm:presLayoutVars>
      </dgm:prSet>
      <dgm:spPr/>
    </dgm:pt>
    <dgm:pt modelId="{03DA4608-E6A6-4106-9C37-72A9275122BE}" type="pres">
      <dgm:prSet presAssocID="{3A273607-D796-464B-A555-ADE822E6D8DB}" presName="spacing" presStyleCnt="0"/>
      <dgm:spPr/>
    </dgm:pt>
    <dgm:pt modelId="{0508DA06-D3A9-4F4E-A659-EF1C10108E2A}" type="pres">
      <dgm:prSet presAssocID="{FED01A59-4BFD-4652-827A-C33279384191}" presName="composite" presStyleCnt="0"/>
      <dgm:spPr/>
    </dgm:pt>
    <dgm:pt modelId="{C5E96447-A876-48F8-84AA-DEF41CCC8CC1}" type="pres">
      <dgm:prSet presAssocID="{FED01A59-4BFD-4652-827A-C33279384191}" presName="imgShp" presStyleLbl="fgImgPlace1" presStyleIdx="8" presStyleCnt="17"/>
      <dgm:spPr>
        <a:solidFill>
          <a:schemeClr val="accent1">
            <a:lumMod val="50000"/>
          </a:schemeClr>
        </a:solidFill>
      </dgm:spPr>
    </dgm:pt>
    <dgm:pt modelId="{0040D003-9E44-4DAD-B4C6-015FE0AA91BD}" type="pres">
      <dgm:prSet presAssocID="{FED01A59-4BFD-4652-827A-C33279384191}" presName="txShp" presStyleLbl="node1" presStyleIdx="8" presStyleCnt="17">
        <dgm:presLayoutVars>
          <dgm:bulletEnabled val="1"/>
        </dgm:presLayoutVars>
      </dgm:prSet>
      <dgm:spPr/>
    </dgm:pt>
    <dgm:pt modelId="{08CD94BD-DF9D-4673-A488-FEF911AF542A}" type="pres">
      <dgm:prSet presAssocID="{805581FA-FD49-4547-B462-7E9DD3AD30FE}" presName="spacing" presStyleCnt="0"/>
      <dgm:spPr/>
    </dgm:pt>
    <dgm:pt modelId="{EAA2D582-1FF6-4FA3-9892-F8E2D52E0C28}" type="pres">
      <dgm:prSet presAssocID="{E6A722CB-FDD1-43BD-8117-9716FCEAA855}" presName="composite" presStyleCnt="0"/>
      <dgm:spPr/>
    </dgm:pt>
    <dgm:pt modelId="{2054D792-C829-46F5-BD3F-3C6D051E187F}" type="pres">
      <dgm:prSet presAssocID="{E6A722CB-FDD1-43BD-8117-9716FCEAA855}" presName="imgShp" presStyleLbl="fgImgPlace1" presStyleIdx="9" presStyleCnt="17"/>
      <dgm:spPr/>
    </dgm:pt>
    <dgm:pt modelId="{B8DDC873-C1AA-4480-89D6-285AD5386BC5}" type="pres">
      <dgm:prSet presAssocID="{E6A722CB-FDD1-43BD-8117-9716FCEAA855}" presName="txShp" presStyleLbl="node1" presStyleIdx="9" presStyleCnt="17">
        <dgm:presLayoutVars>
          <dgm:bulletEnabled val="1"/>
        </dgm:presLayoutVars>
      </dgm:prSet>
      <dgm:spPr/>
    </dgm:pt>
    <dgm:pt modelId="{3D61482C-C2AF-4621-9C62-2F378B74D777}" type="pres">
      <dgm:prSet presAssocID="{A4CE7D45-A67E-40AC-9602-7F4C765A0C63}" presName="spacing" presStyleCnt="0"/>
      <dgm:spPr/>
    </dgm:pt>
    <dgm:pt modelId="{03AB31EA-3337-4B2F-ACC7-3A977173245D}" type="pres">
      <dgm:prSet presAssocID="{EB3853DA-56F8-4C8F-A3EE-70D368040144}" presName="composite" presStyleCnt="0"/>
      <dgm:spPr/>
    </dgm:pt>
    <dgm:pt modelId="{9ECCD194-EA93-4D39-8744-E4B602E1C823}" type="pres">
      <dgm:prSet presAssocID="{EB3853DA-56F8-4C8F-A3EE-70D368040144}" presName="imgShp" presStyleLbl="fgImgPlace1" presStyleIdx="10" presStyleCnt="17"/>
      <dgm:spPr>
        <a:solidFill>
          <a:schemeClr val="tx2">
            <a:lumMod val="50000"/>
          </a:schemeClr>
        </a:solidFill>
      </dgm:spPr>
    </dgm:pt>
    <dgm:pt modelId="{3447D175-D283-436A-97F1-7FA9C953C319}" type="pres">
      <dgm:prSet presAssocID="{EB3853DA-56F8-4C8F-A3EE-70D368040144}" presName="txShp" presStyleLbl="node1" presStyleIdx="10" presStyleCnt="17">
        <dgm:presLayoutVars>
          <dgm:bulletEnabled val="1"/>
        </dgm:presLayoutVars>
      </dgm:prSet>
      <dgm:spPr/>
    </dgm:pt>
    <dgm:pt modelId="{D8466A87-82C2-4AFD-BE3F-255AA391E505}" type="pres">
      <dgm:prSet presAssocID="{FE960443-1294-4CFD-ABF1-9D1E775854CB}" presName="spacing" presStyleCnt="0"/>
      <dgm:spPr/>
    </dgm:pt>
    <dgm:pt modelId="{258E763E-4FFA-4B9E-80EA-BD337CAD619E}" type="pres">
      <dgm:prSet presAssocID="{E941A0DC-04E5-4550-999D-7D29FD2BCF98}" presName="composite" presStyleCnt="0"/>
      <dgm:spPr/>
    </dgm:pt>
    <dgm:pt modelId="{8CB3574E-4FDE-4763-A75A-E48F92834C96}" type="pres">
      <dgm:prSet presAssocID="{E941A0DC-04E5-4550-999D-7D29FD2BCF98}" presName="imgShp" presStyleLbl="fgImgPlace1" presStyleIdx="11" presStyleCnt="17"/>
      <dgm:spPr/>
    </dgm:pt>
    <dgm:pt modelId="{1CB94A92-8E38-4AC8-A0FD-6246D0B12435}" type="pres">
      <dgm:prSet presAssocID="{E941A0DC-04E5-4550-999D-7D29FD2BCF98}" presName="txShp" presStyleLbl="node1" presStyleIdx="11" presStyleCnt="17">
        <dgm:presLayoutVars>
          <dgm:bulletEnabled val="1"/>
        </dgm:presLayoutVars>
      </dgm:prSet>
      <dgm:spPr/>
    </dgm:pt>
    <dgm:pt modelId="{DE7BB24D-4C26-4739-A685-6D1D189E80EF}" type="pres">
      <dgm:prSet presAssocID="{4C1C8070-172A-4694-A40E-AFAC68EE8D1F}" presName="spacing" presStyleCnt="0"/>
      <dgm:spPr/>
    </dgm:pt>
    <dgm:pt modelId="{0C80A6A6-5BBC-437A-BD73-E5F065DB6BC2}" type="pres">
      <dgm:prSet presAssocID="{8A629F0E-C891-41C0-9872-734071E8020C}" presName="composite" presStyleCnt="0"/>
      <dgm:spPr/>
    </dgm:pt>
    <dgm:pt modelId="{E8898BD6-940B-4F23-BBF0-A111CDEB2DB7}" type="pres">
      <dgm:prSet presAssocID="{8A629F0E-C891-41C0-9872-734071E8020C}" presName="imgShp" presStyleLbl="fgImgPlace1" presStyleIdx="12" presStyleCnt="17"/>
      <dgm:spPr>
        <a:solidFill>
          <a:schemeClr val="tx2">
            <a:lumMod val="50000"/>
          </a:schemeClr>
        </a:solidFill>
      </dgm:spPr>
    </dgm:pt>
    <dgm:pt modelId="{334D066B-B36C-479F-A849-9277B5722B45}" type="pres">
      <dgm:prSet presAssocID="{8A629F0E-C891-41C0-9872-734071E8020C}" presName="txShp" presStyleLbl="node1" presStyleIdx="12" presStyleCnt="17">
        <dgm:presLayoutVars>
          <dgm:bulletEnabled val="1"/>
        </dgm:presLayoutVars>
      </dgm:prSet>
      <dgm:spPr/>
    </dgm:pt>
    <dgm:pt modelId="{2140AF90-CDBC-4B16-971A-2B97CE374190}" type="pres">
      <dgm:prSet presAssocID="{9ECF8CD6-7A53-4F42-8E4E-5AF1CEDB4BF6}" presName="spacing" presStyleCnt="0"/>
      <dgm:spPr/>
    </dgm:pt>
    <dgm:pt modelId="{E87113C0-1074-49D4-A5CB-F5200D1F0882}" type="pres">
      <dgm:prSet presAssocID="{EE784E45-682A-4F80-84FC-58AB7334C78C}" presName="composite" presStyleCnt="0"/>
      <dgm:spPr/>
    </dgm:pt>
    <dgm:pt modelId="{A9337BE3-F25C-4EDE-95C1-7A06297F7165}" type="pres">
      <dgm:prSet presAssocID="{EE784E45-682A-4F80-84FC-58AB7334C78C}" presName="imgShp" presStyleLbl="fgImgPlace1" presStyleIdx="13" presStyleCnt="17"/>
      <dgm:spPr/>
    </dgm:pt>
    <dgm:pt modelId="{82AA7E80-1383-4133-8617-CCA2C5312D75}" type="pres">
      <dgm:prSet presAssocID="{EE784E45-682A-4F80-84FC-58AB7334C78C}" presName="txShp" presStyleLbl="node1" presStyleIdx="13" presStyleCnt="17">
        <dgm:presLayoutVars>
          <dgm:bulletEnabled val="1"/>
        </dgm:presLayoutVars>
      </dgm:prSet>
      <dgm:spPr/>
    </dgm:pt>
    <dgm:pt modelId="{709CDBC6-1D47-4A0B-855E-820ACB1170B2}" type="pres">
      <dgm:prSet presAssocID="{A012E420-BFE4-492A-8A79-802A1A79DEFB}" presName="spacing" presStyleCnt="0"/>
      <dgm:spPr/>
    </dgm:pt>
    <dgm:pt modelId="{CBE3DA43-C3E5-4EBA-9E0E-0C86AC654CFC}" type="pres">
      <dgm:prSet presAssocID="{EDECE3EA-5969-414B-BD9D-689ECA39D133}" presName="composite" presStyleCnt="0"/>
      <dgm:spPr/>
    </dgm:pt>
    <dgm:pt modelId="{0219B3E9-CDCB-4BE2-9BD4-0CA145196661}" type="pres">
      <dgm:prSet presAssocID="{EDECE3EA-5969-414B-BD9D-689ECA39D133}" presName="imgShp" presStyleLbl="fgImgPlace1" presStyleIdx="14" presStyleCnt="17"/>
      <dgm:spPr>
        <a:solidFill>
          <a:schemeClr val="tx2">
            <a:lumMod val="50000"/>
          </a:schemeClr>
        </a:solidFill>
      </dgm:spPr>
    </dgm:pt>
    <dgm:pt modelId="{3A19769A-45EB-4239-8998-BF2518E9C236}" type="pres">
      <dgm:prSet presAssocID="{EDECE3EA-5969-414B-BD9D-689ECA39D133}" presName="txShp" presStyleLbl="node1" presStyleIdx="14" presStyleCnt="17">
        <dgm:presLayoutVars>
          <dgm:bulletEnabled val="1"/>
        </dgm:presLayoutVars>
      </dgm:prSet>
      <dgm:spPr/>
    </dgm:pt>
    <dgm:pt modelId="{7504027E-D445-4035-BFFE-935ABA62ECAA}" type="pres">
      <dgm:prSet presAssocID="{7723CF54-BCBB-4215-8294-1DBE7703AAC0}" presName="spacing" presStyleCnt="0"/>
      <dgm:spPr/>
    </dgm:pt>
    <dgm:pt modelId="{7F3B75FD-825A-48D2-B157-308124B091A0}" type="pres">
      <dgm:prSet presAssocID="{DCAAE339-0BEA-4CDA-9522-D0D2CC7E82C0}" presName="composite" presStyleCnt="0"/>
      <dgm:spPr/>
    </dgm:pt>
    <dgm:pt modelId="{4E4CC11C-07DA-417A-80D3-34A23D9E74F2}" type="pres">
      <dgm:prSet presAssocID="{DCAAE339-0BEA-4CDA-9522-D0D2CC7E82C0}" presName="imgShp" presStyleLbl="fgImgPlace1" presStyleIdx="15" presStyleCnt="17"/>
      <dgm:spPr/>
    </dgm:pt>
    <dgm:pt modelId="{8E6F964F-453D-4853-BAA6-83A9CBA073BA}" type="pres">
      <dgm:prSet presAssocID="{DCAAE339-0BEA-4CDA-9522-D0D2CC7E82C0}" presName="txShp" presStyleLbl="node1" presStyleIdx="15" presStyleCnt="17">
        <dgm:presLayoutVars>
          <dgm:bulletEnabled val="1"/>
        </dgm:presLayoutVars>
      </dgm:prSet>
      <dgm:spPr/>
    </dgm:pt>
    <dgm:pt modelId="{C49AC81A-4CEA-4BA9-AC19-6BE249D5CA04}" type="pres">
      <dgm:prSet presAssocID="{C58C6BEF-B7F4-4F69-961A-ABDD0F97987A}" presName="spacing" presStyleCnt="0"/>
      <dgm:spPr/>
    </dgm:pt>
    <dgm:pt modelId="{40241508-6DF5-46D7-B3FF-B1DB3505243F}" type="pres">
      <dgm:prSet presAssocID="{D2C9C2AF-8095-4271-AA2C-2446F51BBA8E}" presName="composite" presStyleCnt="0"/>
      <dgm:spPr/>
    </dgm:pt>
    <dgm:pt modelId="{29D7BFE4-2EF4-425A-ABC6-A01A5F2D2D19}" type="pres">
      <dgm:prSet presAssocID="{D2C9C2AF-8095-4271-AA2C-2446F51BBA8E}" presName="imgShp" presStyleLbl="fgImgPlace1" presStyleIdx="16" presStyleCnt="17"/>
      <dgm:spPr>
        <a:solidFill>
          <a:schemeClr val="tx2">
            <a:lumMod val="50000"/>
          </a:schemeClr>
        </a:solidFill>
      </dgm:spPr>
    </dgm:pt>
    <dgm:pt modelId="{76D6F648-B307-4FF2-A7BA-B90820F1624E}" type="pres">
      <dgm:prSet presAssocID="{D2C9C2AF-8095-4271-AA2C-2446F51BBA8E}" presName="txShp" presStyleLbl="node1" presStyleIdx="16" presStyleCnt="17">
        <dgm:presLayoutVars>
          <dgm:bulletEnabled val="1"/>
        </dgm:presLayoutVars>
      </dgm:prSet>
      <dgm:spPr/>
    </dgm:pt>
  </dgm:ptLst>
  <dgm:cxnLst>
    <dgm:cxn modelId="{7685130D-DF62-4203-8A45-DD81D53C7159}" srcId="{3FE3DED9-8EFC-4A87-844E-9C378F789D8C}" destId="{EB3853DA-56F8-4C8F-A3EE-70D368040144}" srcOrd="10" destOrd="0" parTransId="{B762D4AA-366F-4B82-8909-26FBA4229F45}" sibTransId="{FE960443-1294-4CFD-ABF1-9D1E775854CB}"/>
    <dgm:cxn modelId="{7028AA0E-198E-424C-A124-79722F786AF8}" srcId="{3FE3DED9-8EFC-4A87-844E-9C378F789D8C}" destId="{FED01A59-4BFD-4652-827A-C33279384191}" srcOrd="8" destOrd="0" parTransId="{176380B4-30A0-44B9-B347-B1B957853D29}" sibTransId="{805581FA-FD49-4547-B462-7E9DD3AD30FE}"/>
    <dgm:cxn modelId="{11EB6010-2F2B-4FC8-BF46-EA87E2A41C40}" srcId="{3FE3DED9-8EFC-4A87-844E-9C378F789D8C}" destId="{8A629F0E-C891-41C0-9872-734071E8020C}" srcOrd="12" destOrd="0" parTransId="{3EB62C87-C17C-4B94-A9C5-4249EFB9CD0E}" sibTransId="{9ECF8CD6-7A53-4F42-8E4E-5AF1CEDB4BF6}"/>
    <dgm:cxn modelId="{80F38011-0B2B-40F9-9858-3A83A9BB9E58}" type="presOf" srcId="{B93E5696-D7AC-4A28-8B31-DF3126D6134F}" destId="{736C30AA-040C-4C99-8ACD-5C08E2DD6A88}" srcOrd="0" destOrd="0" presId="urn:microsoft.com/office/officeart/2005/8/layout/vList3"/>
    <dgm:cxn modelId="{8E7F9714-BB10-46BF-A90E-1866E03AC8D4}" type="presOf" srcId="{D2C9C2AF-8095-4271-AA2C-2446F51BBA8E}" destId="{76D6F648-B307-4FF2-A7BA-B90820F1624E}" srcOrd="0" destOrd="0" presId="urn:microsoft.com/office/officeart/2005/8/layout/vList3"/>
    <dgm:cxn modelId="{C4EAC818-ACEA-4246-AF38-0A3DA3420BDE}" srcId="{3FE3DED9-8EFC-4A87-844E-9C378F789D8C}" destId="{EDECE3EA-5969-414B-BD9D-689ECA39D133}" srcOrd="14" destOrd="0" parTransId="{B25A2A97-DA39-46AF-BDF8-4F34A4FB9B8B}" sibTransId="{7723CF54-BCBB-4215-8294-1DBE7703AAC0}"/>
    <dgm:cxn modelId="{DA813220-FBA0-48CF-BBFB-92DBC83FCFA9}" type="presOf" srcId="{8FC1B990-BB70-4E1A-A57B-819AD87A1B84}" destId="{A6C187AD-0C60-4882-ACAB-9B205BC125AB}" srcOrd="0" destOrd="0" presId="urn:microsoft.com/office/officeart/2005/8/layout/vList3"/>
    <dgm:cxn modelId="{AAD61524-BBA9-4A2A-9932-0270FC2F806B}" srcId="{3FE3DED9-8EFC-4A87-844E-9C378F789D8C}" destId="{A7F65BDC-B29D-421F-A090-95D35DD1AF2C}" srcOrd="6" destOrd="0" parTransId="{1E4EFDEA-089C-43FB-BB92-4A3336B935CB}" sibTransId="{3D9DF2EF-8BC3-41D5-9B7E-057FA5C1A90E}"/>
    <dgm:cxn modelId="{3FDE4C35-29DD-45F4-BCFB-3D71E97082C1}" srcId="{3FE3DED9-8EFC-4A87-844E-9C378F789D8C}" destId="{E941A0DC-04E5-4550-999D-7D29FD2BCF98}" srcOrd="11" destOrd="0" parTransId="{44AFA952-AB5F-4B37-9043-3553EF1F5FD1}" sibTransId="{4C1C8070-172A-4694-A40E-AFAC68EE8D1F}"/>
    <dgm:cxn modelId="{A32AF866-3C6C-4573-9117-1A770029A483}" type="presOf" srcId="{5060345C-D86F-4864-88A7-1BD2F574C389}" destId="{956C57F7-BE15-426C-AD67-753C2817272D}" srcOrd="0" destOrd="0" presId="urn:microsoft.com/office/officeart/2005/8/layout/vList3"/>
    <dgm:cxn modelId="{DD0B7E69-AFD4-4422-AD96-6287D8EA0394}" type="presOf" srcId="{EE784E45-682A-4F80-84FC-58AB7334C78C}" destId="{82AA7E80-1383-4133-8617-CCA2C5312D75}" srcOrd="0" destOrd="0" presId="urn:microsoft.com/office/officeart/2005/8/layout/vList3"/>
    <dgm:cxn modelId="{AC810C4B-38AA-41AD-B9E7-2632139755D8}" srcId="{3FE3DED9-8EFC-4A87-844E-9C378F789D8C}" destId="{5B35F6DE-7B27-4707-9892-A07DC6770B65}" srcOrd="0" destOrd="0" parTransId="{CA98F531-E995-49CC-90CF-2EAEEFD2DA25}" sibTransId="{991ED937-50D2-48FA-B3F7-E3E261A5EDC4}"/>
    <dgm:cxn modelId="{B890314C-D98F-409A-9FCB-8B425AF6762C}" type="presOf" srcId="{BDD9474D-8558-45B0-A957-B699413A4F09}" destId="{C4E2C802-FC90-4E7D-B509-6615D46B1574}" srcOrd="0" destOrd="0" presId="urn:microsoft.com/office/officeart/2005/8/layout/vList3"/>
    <dgm:cxn modelId="{940DEB4D-715B-4C69-B98D-71B64BA9E5AC}" srcId="{3FE3DED9-8EFC-4A87-844E-9C378F789D8C}" destId="{BDD9474D-8558-45B0-A957-B699413A4F09}" srcOrd="1" destOrd="0" parTransId="{04A1C70A-5EE0-493F-9B56-53CDADB68148}" sibTransId="{A7D6DAB1-13EE-4AC9-A805-E531D3EBD270}"/>
    <dgm:cxn modelId="{1A9E8C4F-6C6D-4DA4-B037-DC7A11FB54F1}" srcId="{3FE3DED9-8EFC-4A87-844E-9C378F789D8C}" destId="{E6A722CB-FDD1-43BD-8117-9716FCEAA855}" srcOrd="9" destOrd="0" parTransId="{11A20CC6-1B25-4553-B870-E9DB9FB81BEE}" sibTransId="{A4CE7D45-A67E-40AC-9602-7F4C765A0C63}"/>
    <dgm:cxn modelId="{E944F571-51A7-418D-9CA6-2A2E9CB6415A}" type="presOf" srcId="{E941A0DC-04E5-4550-999D-7D29FD2BCF98}" destId="{1CB94A92-8E38-4AC8-A0FD-6246D0B12435}" srcOrd="0" destOrd="0" presId="urn:microsoft.com/office/officeart/2005/8/layout/vList3"/>
    <dgm:cxn modelId="{8BAE2C72-179A-4F57-B7A2-48A3AAC3A2D4}" type="presOf" srcId="{EDECE3EA-5969-414B-BD9D-689ECA39D133}" destId="{3A19769A-45EB-4239-8998-BF2518E9C236}" srcOrd="0" destOrd="0" presId="urn:microsoft.com/office/officeart/2005/8/layout/vList3"/>
    <dgm:cxn modelId="{CA3B1053-95B2-4265-AD32-F984633F2658}" type="presOf" srcId="{8A629F0E-C891-41C0-9872-734071E8020C}" destId="{334D066B-B36C-479F-A849-9277B5722B45}" srcOrd="0" destOrd="0" presId="urn:microsoft.com/office/officeart/2005/8/layout/vList3"/>
    <dgm:cxn modelId="{141E1273-AC44-4695-87AF-80C1886272F8}" type="presOf" srcId="{54A8A09F-E393-4B13-98E9-A5599FAFD433}" destId="{57284AAE-454F-4434-AA34-1C4361FF8C89}" srcOrd="0" destOrd="0" presId="urn:microsoft.com/office/officeart/2005/8/layout/vList3"/>
    <dgm:cxn modelId="{4F3AF755-4E6A-480B-91BA-73265B0C13C5}" type="presOf" srcId="{A7F65BDC-B29D-421F-A090-95D35DD1AF2C}" destId="{D8325BF9-5119-4B2B-A2C6-6C74CCBAE9EB}" srcOrd="0" destOrd="0" presId="urn:microsoft.com/office/officeart/2005/8/layout/vList3"/>
    <dgm:cxn modelId="{E0249178-6D15-4EE7-B701-56E5EBF364BB}" type="presOf" srcId="{EB3853DA-56F8-4C8F-A3EE-70D368040144}" destId="{3447D175-D283-436A-97F1-7FA9C953C319}" srcOrd="0" destOrd="0" presId="urn:microsoft.com/office/officeart/2005/8/layout/vList3"/>
    <dgm:cxn modelId="{38051981-32A3-41AF-83EB-11115F7C977D}" type="presOf" srcId="{51E8F587-E40D-4DDD-B4A9-6D268DFA06BD}" destId="{100E966A-D047-4426-8B4A-7616890C896A}" srcOrd="0" destOrd="0" presId="urn:microsoft.com/office/officeart/2005/8/layout/vList3"/>
    <dgm:cxn modelId="{D12B2286-571D-4CE2-8C22-64D138D1D0CF}" srcId="{3FE3DED9-8EFC-4A87-844E-9C378F789D8C}" destId="{8FC1B990-BB70-4E1A-A57B-819AD87A1B84}" srcOrd="3" destOrd="0" parTransId="{0F752C51-D885-4EF8-A4F9-321DE4ED7804}" sibTransId="{05F747F0-E041-4E6B-BE15-3FE6E2BBAD7A}"/>
    <dgm:cxn modelId="{0CA6B58A-1C21-4E57-8CD8-AC000112B846}" srcId="{3FE3DED9-8EFC-4A87-844E-9C378F789D8C}" destId="{5060345C-D86F-4864-88A7-1BD2F574C389}" srcOrd="5" destOrd="0" parTransId="{DB3F0C63-EB2B-4CC5-A6D7-0FF45F031B68}" sibTransId="{40CFB78C-4F68-4937-AC6F-95B58B94E03C}"/>
    <dgm:cxn modelId="{1F7ACE8C-27CA-4DCF-9FF0-5339DC9D8BA5}" type="presOf" srcId="{DCAAE339-0BEA-4CDA-9522-D0D2CC7E82C0}" destId="{8E6F964F-453D-4853-BAA6-83A9CBA073BA}" srcOrd="0" destOrd="0" presId="urn:microsoft.com/office/officeart/2005/8/layout/vList3"/>
    <dgm:cxn modelId="{6381859B-BB98-438C-9DD4-948C067738B9}" type="presOf" srcId="{FED01A59-4BFD-4652-827A-C33279384191}" destId="{0040D003-9E44-4DAD-B4C6-015FE0AA91BD}" srcOrd="0" destOrd="0" presId="urn:microsoft.com/office/officeart/2005/8/layout/vList3"/>
    <dgm:cxn modelId="{CF719AA6-B4AC-49B0-A6EA-39C17C2A5295}" srcId="{3FE3DED9-8EFC-4A87-844E-9C378F789D8C}" destId="{DCAAE339-0BEA-4CDA-9522-D0D2CC7E82C0}" srcOrd="15" destOrd="0" parTransId="{79677EEC-507C-4B8E-883F-548E7DEB90B1}" sibTransId="{C58C6BEF-B7F4-4F69-961A-ABDD0F97987A}"/>
    <dgm:cxn modelId="{75D203AA-4308-460F-B567-4007D2BF503D}" type="presOf" srcId="{5B35F6DE-7B27-4707-9892-A07DC6770B65}" destId="{515F8286-892A-4F26-92C4-9FFDE60CE87C}" srcOrd="0" destOrd="0" presId="urn:microsoft.com/office/officeart/2005/8/layout/vList3"/>
    <dgm:cxn modelId="{B47961B3-189C-4D37-85EC-65EA42EC2A94}" srcId="{3FE3DED9-8EFC-4A87-844E-9C378F789D8C}" destId="{51E8F587-E40D-4DDD-B4A9-6D268DFA06BD}" srcOrd="7" destOrd="0" parTransId="{3420D5C1-226A-4421-BFB8-9CADA99700BD}" sibTransId="{3A273607-D796-464B-A555-ADE822E6D8DB}"/>
    <dgm:cxn modelId="{328AC6BA-482A-491B-98F1-048FCF8FBC63}" srcId="{3FE3DED9-8EFC-4A87-844E-9C378F789D8C}" destId="{54A8A09F-E393-4B13-98E9-A5599FAFD433}" srcOrd="4" destOrd="0" parTransId="{602938B3-60A1-4759-B251-53B0706772FD}" sibTransId="{77293AED-7DFA-4182-BD21-A7F47B2F8B10}"/>
    <dgm:cxn modelId="{29C9B5C0-C88C-491E-B3B6-E865135407F8}" srcId="{3FE3DED9-8EFC-4A87-844E-9C378F789D8C}" destId="{D2C9C2AF-8095-4271-AA2C-2446F51BBA8E}" srcOrd="16" destOrd="0" parTransId="{EB3F7D9C-DD09-4A24-878C-58CB596C48EF}" sibTransId="{3FE937EF-D49B-4C6A-8BED-DD7632B00776}"/>
    <dgm:cxn modelId="{A09EDBCC-9FD4-4C4A-95EC-F409DDF2C038}" srcId="{3FE3DED9-8EFC-4A87-844E-9C378F789D8C}" destId="{B93E5696-D7AC-4A28-8B31-DF3126D6134F}" srcOrd="2" destOrd="0" parTransId="{7B38B0F7-E537-4ADA-9789-1C58B9C3541E}" sibTransId="{DF121C58-CD2A-4AFA-B88F-30A13BE471F0}"/>
    <dgm:cxn modelId="{F40574CD-E700-41E0-ACB6-7A8A4729EC68}" type="presOf" srcId="{E6A722CB-FDD1-43BD-8117-9716FCEAA855}" destId="{B8DDC873-C1AA-4480-89D6-285AD5386BC5}" srcOrd="0" destOrd="0" presId="urn:microsoft.com/office/officeart/2005/8/layout/vList3"/>
    <dgm:cxn modelId="{D77C5AE0-DA2B-4E2D-B50E-43FFFFD2B02F}" srcId="{3FE3DED9-8EFC-4A87-844E-9C378F789D8C}" destId="{EE784E45-682A-4F80-84FC-58AB7334C78C}" srcOrd="13" destOrd="0" parTransId="{DD1D7EE6-EA64-452A-937E-8EBC04FA1D1B}" sibTransId="{A012E420-BFE4-492A-8A79-802A1A79DEFB}"/>
    <dgm:cxn modelId="{5A19D4E3-7D7F-4990-9151-C8A68D15F605}" type="presOf" srcId="{3FE3DED9-8EFC-4A87-844E-9C378F789D8C}" destId="{3B722DEF-A54C-4BB1-8E0F-34AE8C598F32}" srcOrd="0" destOrd="0" presId="urn:microsoft.com/office/officeart/2005/8/layout/vList3"/>
    <dgm:cxn modelId="{2B99534D-492F-42B6-B86E-859E784A518E}" type="presParOf" srcId="{3B722DEF-A54C-4BB1-8E0F-34AE8C598F32}" destId="{06162B64-9EC9-4C6F-93F2-6F090B548B62}" srcOrd="0" destOrd="0" presId="urn:microsoft.com/office/officeart/2005/8/layout/vList3"/>
    <dgm:cxn modelId="{9CE17E04-AF9F-460B-8D74-25EC8C4392DB}" type="presParOf" srcId="{06162B64-9EC9-4C6F-93F2-6F090B548B62}" destId="{E20B6B23-7E5A-4563-A19B-0FEE942250E2}" srcOrd="0" destOrd="0" presId="urn:microsoft.com/office/officeart/2005/8/layout/vList3"/>
    <dgm:cxn modelId="{7E3A560C-A6EB-4490-8174-4AF0A0FFDFFC}" type="presParOf" srcId="{06162B64-9EC9-4C6F-93F2-6F090B548B62}" destId="{515F8286-892A-4F26-92C4-9FFDE60CE87C}" srcOrd="1" destOrd="0" presId="urn:microsoft.com/office/officeart/2005/8/layout/vList3"/>
    <dgm:cxn modelId="{053FB242-CBD9-4BA1-B536-FDAE37C65B76}" type="presParOf" srcId="{3B722DEF-A54C-4BB1-8E0F-34AE8C598F32}" destId="{A1FF1988-345F-4F59-9FEA-C0D97D7463C6}" srcOrd="1" destOrd="0" presId="urn:microsoft.com/office/officeart/2005/8/layout/vList3"/>
    <dgm:cxn modelId="{455C4E0A-3329-4BF0-B5AC-03DC9F1C8C17}" type="presParOf" srcId="{3B722DEF-A54C-4BB1-8E0F-34AE8C598F32}" destId="{0C7C1801-B164-4188-901B-F25886C1ABD4}" srcOrd="2" destOrd="0" presId="urn:microsoft.com/office/officeart/2005/8/layout/vList3"/>
    <dgm:cxn modelId="{C664B13C-E248-4F20-8A26-0C8604DF9998}" type="presParOf" srcId="{0C7C1801-B164-4188-901B-F25886C1ABD4}" destId="{D672102C-2281-4093-AF80-C6EBBF6F994B}" srcOrd="0" destOrd="0" presId="urn:microsoft.com/office/officeart/2005/8/layout/vList3"/>
    <dgm:cxn modelId="{F830630C-F03C-461C-8D60-1B7FE868AC6F}" type="presParOf" srcId="{0C7C1801-B164-4188-901B-F25886C1ABD4}" destId="{C4E2C802-FC90-4E7D-B509-6615D46B1574}" srcOrd="1" destOrd="0" presId="urn:microsoft.com/office/officeart/2005/8/layout/vList3"/>
    <dgm:cxn modelId="{31B24D4F-0AF7-4811-9858-7EC320F2AE8A}" type="presParOf" srcId="{3B722DEF-A54C-4BB1-8E0F-34AE8C598F32}" destId="{851C8A43-A4A8-42F7-843B-506115D3832A}" srcOrd="3" destOrd="0" presId="urn:microsoft.com/office/officeart/2005/8/layout/vList3"/>
    <dgm:cxn modelId="{10F58755-812E-4482-BCDB-8AD0AEDA0FE5}" type="presParOf" srcId="{3B722DEF-A54C-4BB1-8E0F-34AE8C598F32}" destId="{ED210F3D-48BB-451A-B34B-1EF36FE093A1}" srcOrd="4" destOrd="0" presId="urn:microsoft.com/office/officeart/2005/8/layout/vList3"/>
    <dgm:cxn modelId="{6233E991-7FC6-418E-885E-5C2CEDD94D1A}" type="presParOf" srcId="{ED210F3D-48BB-451A-B34B-1EF36FE093A1}" destId="{DFF09ECE-57ED-4BF3-92E2-14C67FCD6F3B}" srcOrd="0" destOrd="0" presId="urn:microsoft.com/office/officeart/2005/8/layout/vList3"/>
    <dgm:cxn modelId="{BF371EDC-062E-4F97-8FC7-A9BE6F48F246}" type="presParOf" srcId="{ED210F3D-48BB-451A-B34B-1EF36FE093A1}" destId="{736C30AA-040C-4C99-8ACD-5C08E2DD6A88}" srcOrd="1" destOrd="0" presId="urn:microsoft.com/office/officeart/2005/8/layout/vList3"/>
    <dgm:cxn modelId="{0BE0CBC2-3238-49BF-8780-088B9C8BD0FB}" type="presParOf" srcId="{3B722DEF-A54C-4BB1-8E0F-34AE8C598F32}" destId="{3350E4B2-45A4-4A6C-904E-B4FC94E6CC0B}" srcOrd="5" destOrd="0" presId="urn:microsoft.com/office/officeart/2005/8/layout/vList3"/>
    <dgm:cxn modelId="{E54559BE-DA6F-4ED3-86A4-ACDD4A26BA0A}" type="presParOf" srcId="{3B722DEF-A54C-4BB1-8E0F-34AE8C598F32}" destId="{A3BDD035-99FF-467D-9837-63BA2113916A}" srcOrd="6" destOrd="0" presId="urn:microsoft.com/office/officeart/2005/8/layout/vList3"/>
    <dgm:cxn modelId="{4C2B1B49-3142-48A5-B407-C0388B7FA489}" type="presParOf" srcId="{A3BDD035-99FF-467D-9837-63BA2113916A}" destId="{BD8C20E6-3A96-41C4-978A-34088307C986}" srcOrd="0" destOrd="0" presId="urn:microsoft.com/office/officeart/2005/8/layout/vList3"/>
    <dgm:cxn modelId="{B0BC544D-D250-44EB-8C70-7C8522546215}" type="presParOf" srcId="{A3BDD035-99FF-467D-9837-63BA2113916A}" destId="{A6C187AD-0C60-4882-ACAB-9B205BC125AB}" srcOrd="1" destOrd="0" presId="urn:microsoft.com/office/officeart/2005/8/layout/vList3"/>
    <dgm:cxn modelId="{C2B6580D-65EA-479D-9322-21C108A09A9F}" type="presParOf" srcId="{3B722DEF-A54C-4BB1-8E0F-34AE8C598F32}" destId="{93758065-B3CB-4C4C-8C66-CEA0B4E5B845}" srcOrd="7" destOrd="0" presId="urn:microsoft.com/office/officeart/2005/8/layout/vList3"/>
    <dgm:cxn modelId="{C3D11D6A-258B-42B1-9CA6-F212687CB208}" type="presParOf" srcId="{3B722DEF-A54C-4BB1-8E0F-34AE8C598F32}" destId="{DC7D181E-21EB-413B-81FE-1FF06EDAEACF}" srcOrd="8" destOrd="0" presId="urn:microsoft.com/office/officeart/2005/8/layout/vList3"/>
    <dgm:cxn modelId="{A9C33FB9-BBE3-4484-8605-72196C75B930}" type="presParOf" srcId="{DC7D181E-21EB-413B-81FE-1FF06EDAEACF}" destId="{413B50CE-F353-4667-8D8A-9FC83CDDF727}" srcOrd="0" destOrd="0" presId="urn:microsoft.com/office/officeart/2005/8/layout/vList3"/>
    <dgm:cxn modelId="{6173FB85-4311-4F5F-8382-C86E153F3577}" type="presParOf" srcId="{DC7D181E-21EB-413B-81FE-1FF06EDAEACF}" destId="{57284AAE-454F-4434-AA34-1C4361FF8C89}" srcOrd="1" destOrd="0" presId="urn:microsoft.com/office/officeart/2005/8/layout/vList3"/>
    <dgm:cxn modelId="{4985C1A3-8F77-432E-A97E-26B1F4C9B846}" type="presParOf" srcId="{3B722DEF-A54C-4BB1-8E0F-34AE8C598F32}" destId="{60A1A543-0C8E-4A8D-ABB0-6920DC0449B0}" srcOrd="9" destOrd="0" presId="urn:microsoft.com/office/officeart/2005/8/layout/vList3"/>
    <dgm:cxn modelId="{359D704A-B5D4-4AF9-BEF5-89CC07AE8E4D}" type="presParOf" srcId="{3B722DEF-A54C-4BB1-8E0F-34AE8C598F32}" destId="{E3016754-D1D6-4B34-A8F2-749D1DC04E7B}" srcOrd="10" destOrd="0" presId="urn:microsoft.com/office/officeart/2005/8/layout/vList3"/>
    <dgm:cxn modelId="{4487176C-706A-4CB3-BCA3-89206285658D}" type="presParOf" srcId="{E3016754-D1D6-4B34-A8F2-749D1DC04E7B}" destId="{2AF3EACC-2C06-4757-AC5F-9CC09C07E70C}" srcOrd="0" destOrd="0" presId="urn:microsoft.com/office/officeart/2005/8/layout/vList3"/>
    <dgm:cxn modelId="{978D7F0B-1D8D-44CA-AAFE-B7DFEAC430F0}" type="presParOf" srcId="{E3016754-D1D6-4B34-A8F2-749D1DC04E7B}" destId="{956C57F7-BE15-426C-AD67-753C2817272D}" srcOrd="1" destOrd="0" presId="urn:microsoft.com/office/officeart/2005/8/layout/vList3"/>
    <dgm:cxn modelId="{3AFA4310-4F76-41A1-84E9-519CBF671FD5}" type="presParOf" srcId="{3B722DEF-A54C-4BB1-8E0F-34AE8C598F32}" destId="{EB553959-A526-4709-AADA-F84E8625D9A6}" srcOrd="11" destOrd="0" presId="urn:microsoft.com/office/officeart/2005/8/layout/vList3"/>
    <dgm:cxn modelId="{734EC389-D3A5-403B-B167-6D6F04986404}" type="presParOf" srcId="{3B722DEF-A54C-4BB1-8E0F-34AE8C598F32}" destId="{7F29A12D-DFAF-4945-899B-A8422D6BF68E}" srcOrd="12" destOrd="0" presId="urn:microsoft.com/office/officeart/2005/8/layout/vList3"/>
    <dgm:cxn modelId="{551ACE1E-866E-49D1-9916-7C71ADFAB4E8}" type="presParOf" srcId="{7F29A12D-DFAF-4945-899B-A8422D6BF68E}" destId="{CF6B3E34-D38E-4486-BE05-92C204F9B351}" srcOrd="0" destOrd="0" presId="urn:microsoft.com/office/officeart/2005/8/layout/vList3"/>
    <dgm:cxn modelId="{BAD77EAC-930B-4C3F-BFF4-1C0D6F84893B}" type="presParOf" srcId="{7F29A12D-DFAF-4945-899B-A8422D6BF68E}" destId="{D8325BF9-5119-4B2B-A2C6-6C74CCBAE9EB}" srcOrd="1" destOrd="0" presId="urn:microsoft.com/office/officeart/2005/8/layout/vList3"/>
    <dgm:cxn modelId="{0C315F9C-0C28-465D-99D3-CD50F8E42797}" type="presParOf" srcId="{3B722DEF-A54C-4BB1-8E0F-34AE8C598F32}" destId="{30B61641-E97B-4A0D-8A34-155C4691BA4B}" srcOrd="13" destOrd="0" presId="urn:microsoft.com/office/officeart/2005/8/layout/vList3"/>
    <dgm:cxn modelId="{6D3F511E-0423-471F-A2BA-4CAF28A5251F}" type="presParOf" srcId="{3B722DEF-A54C-4BB1-8E0F-34AE8C598F32}" destId="{8C3FDE0A-3F62-4797-8E0F-CA4ECBE7BC2D}" srcOrd="14" destOrd="0" presId="urn:microsoft.com/office/officeart/2005/8/layout/vList3"/>
    <dgm:cxn modelId="{EBB7ED65-C9BC-4744-A675-A793BFD7129F}" type="presParOf" srcId="{8C3FDE0A-3F62-4797-8E0F-CA4ECBE7BC2D}" destId="{46D1C3C2-97AE-4995-AE27-D6ED4097437C}" srcOrd="0" destOrd="0" presId="urn:microsoft.com/office/officeart/2005/8/layout/vList3"/>
    <dgm:cxn modelId="{28589861-BDA4-4C83-8EFA-82F91CBF7FF0}" type="presParOf" srcId="{8C3FDE0A-3F62-4797-8E0F-CA4ECBE7BC2D}" destId="{100E966A-D047-4426-8B4A-7616890C896A}" srcOrd="1" destOrd="0" presId="urn:microsoft.com/office/officeart/2005/8/layout/vList3"/>
    <dgm:cxn modelId="{57996A3B-6291-4A49-BC92-1F6FF3E2ADC9}" type="presParOf" srcId="{3B722DEF-A54C-4BB1-8E0F-34AE8C598F32}" destId="{03DA4608-E6A6-4106-9C37-72A9275122BE}" srcOrd="15" destOrd="0" presId="urn:microsoft.com/office/officeart/2005/8/layout/vList3"/>
    <dgm:cxn modelId="{E3833583-CA62-4480-A5A3-2F5398F78448}" type="presParOf" srcId="{3B722DEF-A54C-4BB1-8E0F-34AE8C598F32}" destId="{0508DA06-D3A9-4F4E-A659-EF1C10108E2A}" srcOrd="16" destOrd="0" presId="urn:microsoft.com/office/officeart/2005/8/layout/vList3"/>
    <dgm:cxn modelId="{22FC7039-DFAD-47BC-B7E7-6572E7A09A4C}" type="presParOf" srcId="{0508DA06-D3A9-4F4E-A659-EF1C10108E2A}" destId="{C5E96447-A876-48F8-84AA-DEF41CCC8CC1}" srcOrd="0" destOrd="0" presId="urn:microsoft.com/office/officeart/2005/8/layout/vList3"/>
    <dgm:cxn modelId="{9D701DCE-0A82-459B-BD41-348C33F9592A}" type="presParOf" srcId="{0508DA06-D3A9-4F4E-A659-EF1C10108E2A}" destId="{0040D003-9E44-4DAD-B4C6-015FE0AA91BD}" srcOrd="1" destOrd="0" presId="urn:microsoft.com/office/officeart/2005/8/layout/vList3"/>
    <dgm:cxn modelId="{2070B898-7007-4A9F-AD6D-B1A61024BAB0}" type="presParOf" srcId="{3B722DEF-A54C-4BB1-8E0F-34AE8C598F32}" destId="{08CD94BD-DF9D-4673-A488-FEF911AF542A}" srcOrd="17" destOrd="0" presId="urn:microsoft.com/office/officeart/2005/8/layout/vList3"/>
    <dgm:cxn modelId="{EE536FF5-B671-4142-A8EA-938A670EB642}" type="presParOf" srcId="{3B722DEF-A54C-4BB1-8E0F-34AE8C598F32}" destId="{EAA2D582-1FF6-4FA3-9892-F8E2D52E0C28}" srcOrd="18" destOrd="0" presId="urn:microsoft.com/office/officeart/2005/8/layout/vList3"/>
    <dgm:cxn modelId="{64C40BE9-DF7D-4EBF-B862-28E1F34A3D51}" type="presParOf" srcId="{EAA2D582-1FF6-4FA3-9892-F8E2D52E0C28}" destId="{2054D792-C829-46F5-BD3F-3C6D051E187F}" srcOrd="0" destOrd="0" presId="urn:microsoft.com/office/officeart/2005/8/layout/vList3"/>
    <dgm:cxn modelId="{40A739CC-9D43-4C64-A748-B69162DA0998}" type="presParOf" srcId="{EAA2D582-1FF6-4FA3-9892-F8E2D52E0C28}" destId="{B8DDC873-C1AA-4480-89D6-285AD5386BC5}" srcOrd="1" destOrd="0" presId="urn:microsoft.com/office/officeart/2005/8/layout/vList3"/>
    <dgm:cxn modelId="{7A0ED463-3521-43A2-BF2B-7E2EAC7B119E}" type="presParOf" srcId="{3B722DEF-A54C-4BB1-8E0F-34AE8C598F32}" destId="{3D61482C-C2AF-4621-9C62-2F378B74D777}" srcOrd="19" destOrd="0" presId="urn:microsoft.com/office/officeart/2005/8/layout/vList3"/>
    <dgm:cxn modelId="{924BC79C-B98F-4F53-8744-9D7A22CF035E}" type="presParOf" srcId="{3B722DEF-A54C-4BB1-8E0F-34AE8C598F32}" destId="{03AB31EA-3337-4B2F-ACC7-3A977173245D}" srcOrd="20" destOrd="0" presId="urn:microsoft.com/office/officeart/2005/8/layout/vList3"/>
    <dgm:cxn modelId="{71672878-2E70-45D8-984A-5BC62548D268}" type="presParOf" srcId="{03AB31EA-3337-4B2F-ACC7-3A977173245D}" destId="{9ECCD194-EA93-4D39-8744-E4B602E1C823}" srcOrd="0" destOrd="0" presId="urn:microsoft.com/office/officeart/2005/8/layout/vList3"/>
    <dgm:cxn modelId="{DC808B60-7D84-46B4-9960-26ABEB704254}" type="presParOf" srcId="{03AB31EA-3337-4B2F-ACC7-3A977173245D}" destId="{3447D175-D283-436A-97F1-7FA9C953C319}" srcOrd="1" destOrd="0" presId="urn:microsoft.com/office/officeart/2005/8/layout/vList3"/>
    <dgm:cxn modelId="{8F3FA38D-1875-4D80-B312-41D00FAA27B1}" type="presParOf" srcId="{3B722DEF-A54C-4BB1-8E0F-34AE8C598F32}" destId="{D8466A87-82C2-4AFD-BE3F-255AA391E505}" srcOrd="21" destOrd="0" presId="urn:microsoft.com/office/officeart/2005/8/layout/vList3"/>
    <dgm:cxn modelId="{77A188F7-610D-40F0-BC9A-431EB26157B1}" type="presParOf" srcId="{3B722DEF-A54C-4BB1-8E0F-34AE8C598F32}" destId="{258E763E-4FFA-4B9E-80EA-BD337CAD619E}" srcOrd="22" destOrd="0" presId="urn:microsoft.com/office/officeart/2005/8/layout/vList3"/>
    <dgm:cxn modelId="{A8A87439-DFCB-4EB7-84F9-DB326083EF68}" type="presParOf" srcId="{258E763E-4FFA-4B9E-80EA-BD337CAD619E}" destId="{8CB3574E-4FDE-4763-A75A-E48F92834C96}" srcOrd="0" destOrd="0" presId="urn:microsoft.com/office/officeart/2005/8/layout/vList3"/>
    <dgm:cxn modelId="{84E43F2F-ED7B-4EC3-8E47-5DD33135E757}" type="presParOf" srcId="{258E763E-4FFA-4B9E-80EA-BD337CAD619E}" destId="{1CB94A92-8E38-4AC8-A0FD-6246D0B12435}" srcOrd="1" destOrd="0" presId="urn:microsoft.com/office/officeart/2005/8/layout/vList3"/>
    <dgm:cxn modelId="{8EB2060D-A00A-4116-8298-F693995B75A1}" type="presParOf" srcId="{3B722DEF-A54C-4BB1-8E0F-34AE8C598F32}" destId="{DE7BB24D-4C26-4739-A685-6D1D189E80EF}" srcOrd="23" destOrd="0" presId="urn:microsoft.com/office/officeart/2005/8/layout/vList3"/>
    <dgm:cxn modelId="{C9D942E5-3A5D-4303-8597-8F038AC1A892}" type="presParOf" srcId="{3B722DEF-A54C-4BB1-8E0F-34AE8C598F32}" destId="{0C80A6A6-5BBC-437A-BD73-E5F065DB6BC2}" srcOrd="24" destOrd="0" presId="urn:microsoft.com/office/officeart/2005/8/layout/vList3"/>
    <dgm:cxn modelId="{C1A0D02A-61A0-4C07-B255-A24322A63876}" type="presParOf" srcId="{0C80A6A6-5BBC-437A-BD73-E5F065DB6BC2}" destId="{E8898BD6-940B-4F23-BBF0-A111CDEB2DB7}" srcOrd="0" destOrd="0" presId="urn:microsoft.com/office/officeart/2005/8/layout/vList3"/>
    <dgm:cxn modelId="{DFA7A1A4-DF5F-4399-8F01-FFB89BF6BF1D}" type="presParOf" srcId="{0C80A6A6-5BBC-437A-BD73-E5F065DB6BC2}" destId="{334D066B-B36C-479F-A849-9277B5722B45}" srcOrd="1" destOrd="0" presId="urn:microsoft.com/office/officeart/2005/8/layout/vList3"/>
    <dgm:cxn modelId="{27D64637-F187-45CE-A88F-0771A384EC4D}" type="presParOf" srcId="{3B722DEF-A54C-4BB1-8E0F-34AE8C598F32}" destId="{2140AF90-CDBC-4B16-971A-2B97CE374190}" srcOrd="25" destOrd="0" presId="urn:microsoft.com/office/officeart/2005/8/layout/vList3"/>
    <dgm:cxn modelId="{4910D103-61A3-42C4-A13F-60E35DB9F1FB}" type="presParOf" srcId="{3B722DEF-A54C-4BB1-8E0F-34AE8C598F32}" destId="{E87113C0-1074-49D4-A5CB-F5200D1F0882}" srcOrd="26" destOrd="0" presId="urn:microsoft.com/office/officeart/2005/8/layout/vList3"/>
    <dgm:cxn modelId="{27761538-077C-4C6E-B9A9-DF03262FB4BC}" type="presParOf" srcId="{E87113C0-1074-49D4-A5CB-F5200D1F0882}" destId="{A9337BE3-F25C-4EDE-95C1-7A06297F7165}" srcOrd="0" destOrd="0" presId="urn:microsoft.com/office/officeart/2005/8/layout/vList3"/>
    <dgm:cxn modelId="{91F9A948-F052-4087-B231-C68C02874CDE}" type="presParOf" srcId="{E87113C0-1074-49D4-A5CB-F5200D1F0882}" destId="{82AA7E80-1383-4133-8617-CCA2C5312D75}" srcOrd="1" destOrd="0" presId="urn:microsoft.com/office/officeart/2005/8/layout/vList3"/>
    <dgm:cxn modelId="{A81D00F7-EA36-4FB8-82BD-9FCC7ED02E98}" type="presParOf" srcId="{3B722DEF-A54C-4BB1-8E0F-34AE8C598F32}" destId="{709CDBC6-1D47-4A0B-855E-820ACB1170B2}" srcOrd="27" destOrd="0" presId="urn:microsoft.com/office/officeart/2005/8/layout/vList3"/>
    <dgm:cxn modelId="{08834667-5F64-47D0-A617-FB211422E69E}" type="presParOf" srcId="{3B722DEF-A54C-4BB1-8E0F-34AE8C598F32}" destId="{CBE3DA43-C3E5-4EBA-9E0E-0C86AC654CFC}" srcOrd="28" destOrd="0" presId="urn:microsoft.com/office/officeart/2005/8/layout/vList3"/>
    <dgm:cxn modelId="{8E0A5BD1-B37A-47A6-BD5D-323A9CCC6709}" type="presParOf" srcId="{CBE3DA43-C3E5-4EBA-9E0E-0C86AC654CFC}" destId="{0219B3E9-CDCB-4BE2-9BD4-0CA145196661}" srcOrd="0" destOrd="0" presId="urn:microsoft.com/office/officeart/2005/8/layout/vList3"/>
    <dgm:cxn modelId="{15B6D6A3-8E20-4A14-97EF-3D14E2CFD91F}" type="presParOf" srcId="{CBE3DA43-C3E5-4EBA-9E0E-0C86AC654CFC}" destId="{3A19769A-45EB-4239-8998-BF2518E9C236}" srcOrd="1" destOrd="0" presId="urn:microsoft.com/office/officeart/2005/8/layout/vList3"/>
    <dgm:cxn modelId="{585EB715-24AA-461C-A743-A425458A2C30}" type="presParOf" srcId="{3B722DEF-A54C-4BB1-8E0F-34AE8C598F32}" destId="{7504027E-D445-4035-BFFE-935ABA62ECAA}" srcOrd="29" destOrd="0" presId="urn:microsoft.com/office/officeart/2005/8/layout/vList3"/>
    <dgm:cxn modelId="{663693D1-9E27-444B-A138-1531149A5D5D}" type="presParOf" srcId="{3B722DEF-A54C-4BB1-8E0F-34AE8C598F32}" destId="{7F3B75FD-825A-48D2-B157-308124B091A0}" srcOrd="30" destOrd="0" presId="urn:microsoft.com/office/officeart/2005/8/layout/vList3"/>
    <dgm:cxn modelId="{19DC13D6-E9EF-493B-9B8B-0488F66A7835}" type="presParOf" srcId="{7F3B75FD-825A-48D2-B157-308124B091A0}" destId="{4E4CC11C-07DA-417A-80D3-34A23D9E74F2}" srcOrd="0" destOrd="0" presId="urn:microsoft.com/office/officeart/2005/8/layout/vList3"/>
    <dgm:cxn modelId="{8BA552DD-2E20-440E-83CB-CA02133DEF5A}" type="presParOf" srcId="{7F3B75FD-825A-48D2-B157-308124B091A0}" destId="{8E6F964F-453D-4853-BAA6-83A9CBA073BA}" srcOrd="1" destOrd="0" presId="urn:microsoft.com/office/officeart/2005/8/layout/vList3"/>
    <dgm:cxn modelId="{DE1446EF-9A32-48C9-A9AE-63554683159F}" type="presParOf" srcId="{3B722DEF-A54C-4BB1-8E0F-34AE8C598F32}" destId="{C49AC81A-4CEA-4BA9-AC19-6BE249D5CA04}" srcOrd="31" destOrd="0" presId="urn:microsoft.com/office/officeart/2005/8/layout/vList3"/>
    <dgm:cxn modelId="{6A1E89C6-9013-4F24-A3A0-7AB6B4C66377}" type="presParOf" srcId="{3B722DEF-A54C-4BB1-8E0F-34AE8C598F32}" destId="{40241508-6DF5-46D7-B3FF-B1DB3505243F}" srcOrd="32" destOrd="0" presId="urn:microsoft.com/office/officeart/2005/8/layout/vList3"/>
    <dgm:cxn modelId="{BE287B5C-A2E8-4738-9B22-729A1EE34D68}" type="presParOf" srcId="{40241508-6DF5-46D7-B3FF-B1DB3505243F}" destId="{29D7BFE4-2EF4-425A-ABC6-A01A5F2D2D19}" srcOrd="0" destOrd="0" presId="urn:microsoft.com/office/officeart/2005/8/layout/vList3"/>
    <dgm:cxn modelId="{D2A0F172-E0E6-4921-BCAC-EFA08E96B3CA}" type="presParOf" srcId="{40241508-6DF5-46D7-B3FF-B1DB3505243F}" destId="{76D6F648-B307-4FF2-A7BA-B90820F1624E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5F8286-892A-4F26-92C4-9FFDE60CE87C}">
      <dsp:nvSpPr>
        <dsp:cNvPr id="0" name=""/>
        <dsp:cNvSpPr/>
      </dsp:nvSpPr>
      <dsp:spPr>
        <a:xfrm rot="10800000">
          <a:off x="874506" y="215"/>
          <a:ext cx="3197523" cy="276459"/>
        </a:xfrm>
        <a:prstGeom prst="homePlate">
          <a:avLst/>
        </a:prstGeom>
        <a:solidFill>
          <a:schemeClr val="bg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11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</a:rPr>
            <a:t>[User Connects]</a:t>
          </a:r>
        </a:p>
      </dsp:txBody>
      <dsp:txXfrm rot="10800000">
        <a:off x="943621" y="215"/>
        <a:ext cx="3128408" cy="276459"/>
      </dsp:txXfrm>
    </dsp:sp>
    <dsp:sp modelId="{E20B6B23-7E5A-4563-A19B-0FEE942250E2}">
      <dsp:nvSpPr>
        <dsp:cNvPr id="0" name=""/>
        <dsp:cNvSpPr/>
      </dsp:nvSpPr>
      <dsp:spPr>
        <a:xfrm>
          <a:off x="736276" y="215"/>
          <a:ext cx="276459" cy="276459"/>
        </a:xfrm>
        <a:prstGeom prst="ellipse">
          <a:avLst/>
        </a:prstGeom>
        <a:solidFill>
          <a:schemeClr val="accent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E2C802-FC90-4E7D-B509-6615D46B1574}">
      <dsp:nvSpPr>
        <dsp:cNvPr id="0" name=""/>
        <dsp:cNvSpPr/>
      </dsp:nvSpPr>
      <dsp:spPr>
        <a:xfrm rot="10800000">
          <a:off x="874506" y="359200"/>
          <a:ext cx="3197523" cy="2764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11" tIns="45720" rIns="85344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→</a:t>
          </a:r>
        </a:p>
      </dsp:txBody>
      <dsp:txXfrm rot="10800000">
        <a:off x="943621" y="359200"/>
        <a:ext cx="3128408" cy="276459"/>
      </dsp:txXfrm>
    </dsp:sp>
    <dsp:sp modelId="{D672102C-2281-4093-AF80-C6EBBF6F994B}">
      <dsp:nvSpPr>
        <dsp:cNvPr id="0" name=""/>
        <dsp:cNvSpPr/>
      </dsp:nvSpPr>
      <dsp:spPr>
        <a:xfrm>
          <a:off x="736276" y="359200"/>
          <a:ext cx="276459" cy="2764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6C30AA-040C-4C99-8ACD-5C08E2DD6A88}">
      <dsp:nvSpPr>
        <dsp:cNvPr id="0" name=""/>
        <dsp:cNvSpPr/>
      </dsp:nvSpPr>
      <dsp:spPr>
        <a:xfrm rot="10800000">
          <a:off x="874506" y="718185"/>
          <a:ext cx="3197523" cy="276459"/>
        </a:xfrm>
        <a:prstGeom prst="homePlate">
          <a:avLst/>
        </a:prstGeom>
        <a:solidFill>
          <a:schemeClr val="bg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11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</a:rPr>
            <a:t>[JWT Authentication]</a:t>
          </a:r>
        </a:p>
      </dsp:txBody>
      <dsp:txXfrm rot="10800000">
        <a:off x="943621" y="718185"/>
        <a:ext cx="3128408" cy="276459"/>
      </dsp:txXfrm>
    </dsp:sp>
    <dsp:sp modelId="{DFF09ECE-57ED-4BF3-92E2-14C67FCD6F3B}">
      <dsp:nvSpPr>
        <dsp:cNvPr id="0" name=""/>
        <dsp:cNvSpPr/>
      </dsp:nvSpPr>
      <dsp:spPr>
        <a:xfrm>
          <a:off x="736276" y="718185"/>
          <a:ext cx="276459" cy="276459"/>
        </a:xfrm>
        <a:prstGeom prst="ellipse">
          <a:avLst/>
        </a:prstGeom>
        <a:solidFill>
          <a:schemeClr val="tx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C187AD-0C60-4882-ACAB-9B205BC125AB}">
      <dsp:nvSpPr>
        <dsp:cNvPr id="0" name=""/>
        <dsp:cNvSpPr/>
      </dsp:nvSpPr>
      <dsp:spPr>
        <a:xfrm rot="10800000">
          <a:off x="874506" y="1077171"/>
          <a:ext cx="3197523" cy="2764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11" tIns="45720" rIns="85344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→</a:t>
          </a:r>
        </a:p>
      </dsp:txBody>
      <dsp:txXfrm rot="10800000">
        <a:off x="943621" y="1077171"/>
        <a:ext cx="3128408" cy="276459"/>
      </dsp:txXfrm>
    </dsp:sp>
    <dsp:sp modelId="{BD8C20E6-3A96-41C4-978A-34088307C986}">
      <dsp:nvSpPr>
        <dsp:cNvPr id="0" name=""/>
        <dsp:cNvSpPr/>
      </dsp:nvSpPr>
      <dsp:spPr>
        <a:xfrm>
          <a:off x="736276" y="1077171"/>
          <a:ext cx="276459" cy="2764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284AAE-454F-4434-AA34-1C4361FF8C89}">
      <dsp:nvSpPr>
        <dsp:cNvPr id="0" name=""/>
        <dsp:cNvSpPr/>
      </dsp:nvSpPr>
      <dsp:spPr>
        <a:xfrm rot="10800000">
          <a:off x="874506" y="1436156"/>
          <a:ext cx="3197523" cy="276459"/>
        </a:xfrm>
        <a:prstGeom prst="homePlate">
          <a:avLst/>
        </a:prstGeom>
        <a:solidFill>
          <a:schemeClr val="bg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11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</a:rPr>
            <a:t>[Group Membership Check]</a:t>
          </a:r>
        </a:p>
      </dsp:txBody>
      <dsp:txXfrm rot="10800000">
        <a:off x="943621" y="1436156"/>
        <a:ext cx="3128408" cy="276459"/>
      </dsp:txXfrm>
    </dsp:sp>
    <dsp:sp modelId="{413B50CE-F353-4667-8D8A-9FC83CDDF727}">
      <dsp:nvSpPr>
        <dsp:cNvPr id="0" name=""/>
        <dsp:cNvSpPr/>
      </dsp:nvSpPr>
      <dsp:spPr>
        <a:xfrm>
          <a:off x="736276" y="1436156"/>
          <a:ext cx="276459" cy="276459"/>
        </a:xfrm>
        <a:prstGeom prst="ellipse">
          <a:avLst/>
        </a:prstGeom>
        <a:solidFill>
          <a:schemeClr val="tx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6C57F7-BE15-426C-AD67-753C2817272D}">
      <dsp:nvSpPr>
        <dsp:cNvPr id="0" name=""/>
        <dsp:cNvSpPr/>
      </dsp:nvSpPr>
      <dsp:spPr>
        <a:xfrm rot="10800000">
          <a:off x="874506" y="1795141"/>
          <a:ext cx="3197523" cy="2764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11" tIns="45720" rIns="85344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→</a:t>
          </a:r>
        </a:p>
      </dsp:txBody>
      <dsp:txXfrm rot="10800000">
        <a:off x="943621" y="1795141"/>
        <a:ext cx="3128408" cy="276459"/>
      </dsp:txXfrm>
    </dsp:sp>
    <dsp:sp modelId="{2AF3EACC-2C06-4757-AC5F-9CC09C07E70C}">
      <dsp:nvSpPr>
        <dsp:cNvPr id="0" name=""/>
        <dsp:cNvSpPr/>
      </dsp:nvSpPr>
      <dsp:spPr>
        <a:xfrm>
          <a:off x="736276" y="1795141"/>
          <a:ext cx="276459" cy="2764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325BF9-5119-4B2B-A2C6-6C74CCBAE9EB}">
      <dsp:nvSpPr>
        <dsp:cNvPr id="0" name=""/>
        <dsp:cNvSpPr/>
      </dsp:nvSpPr>
      <dsp:spPr>
        <a:xfrm rot="10800000">
          <a:off x="874506" y="2154127"/>
          <a:ext cx="3197523" cy="276459"/>
        </a:xfrm>
        <a:prstGeom prst="homePlate">
          <a:avLst/>
        </a:prstGeom>
        <a:solidFill>
          <a:schemeClr val="bg1">
            <a:lumMod val="9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11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</a:rPr>
            <a:t>[Accept Connection]</a:t>
          </a:r>
        </a:p>
      </dsp:txBody>
      <dsp:txXfrm rot="10800000">
        <a:off x="943621" y="2154127"/>
        <a:ext cx="3128408" cy="276459"/>
      </dsp:txXfrm>
    </dsp:sp>
    <dsp:sp modelId="{CF6B3E34-D38E-4486-BE05-92C204F9B351}">
      <dsp:nvSpPr>
        <dsp:cNvPr id="0" name=""/>
        <dsp:cNvSpPr/>
      </dsp:nvSpPr>
      <dsp:spPr>
        <a:xfrm>
          <a:off x="736276" y="2154127"/>
          <a:ext cx="276459" cy="276459"/>
        </a:xfrm>
        <a:prstGeom prst="ellipse">
          <a:avLst/>
        </a:prstGeom>
        <a:solidFill>
          <a:schemeClr val="tx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0E966A-D047-4426-8B4A-7616890C896A}">
      <dsp:nvSpPr>
        <dsp:cNvPr id="0" name=""/>
        <dsp:cNvSpPr/>
      </dsp:nvSpPr>
      <dsp:spPr>
        <a:xfrm rot="10800000">
          <a:off x="874506" y="2513112"/>
          <a:ext cx="3197523" cy="2764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11" tIns="45720" rIns="85344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→</a:t>
          </a:r>
        </a:p>
      </dsp:txBody>
      <dsp:txXfrm rot="10800000">
        <a:off x="943621" y="2513112"/>
        <a:ext cx="3128408" cy="276459"/>
      </dsp:txXfrm>
    </dsp:sp>
    <dsp:sp modelId="{46D1C3C2-97AE-4995-AE27-D6ED4097437C}">
      <dsp:nvSpPr>
        <dsp:cNvPr id="0" name=""/>
        <dsp:cNvSpPr/>
      </dsp:nvSpPr>
      <dsp:spPr>
        <a:xfrm>
          <a:off x="736276" y="2513112"/>
          <a:ext cx="276459" cy="2764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40D003-9E44-4DAD-B4C6-015FE0AA91BD}">
      <dsp:nvSpPr>
        <dsp:cNvPr id="0" name=""/>
        <dsp:cNvSpPr/>
      </dsp:nvSpPr>
      <dsp:spPr>
        <a:xfrm rot="10800000">
          <a:off x="874506" y="2872098"/>
          <a:ext cx="3197523" cy="276459"/>
        </a:xfrm>
        <a:prstGeom prst="homePlate">
          <a:avLst/>
        </a:prstGeom>
        <a:solidFill>
          <a:schemeClr val="bg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11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</a:rPr>
            <a:t>[</a:t>
          </a:r>
          <a:r>
            <a:rPr lang="en-US" sz="1800" b="1" kern="1200" dirty="0" err="1">
              <a:solidFill>
                <a:schemeClr val="tx1"/>
              </a:solidFill>
            </a:rPr>
            <a:t>ConnectionManager</a:t>
          </a:r>
          <a:r>
            <a:rPr lang="en-US" sz="1800" b="1" kern="1200" dirty="0">
              <a:solidFill>
                <a:schemeClr val="tx1"/>
              </a:solidFill>
            </a:rPr>
            <a:t>]</a:t>
          </a:r>
        </a:p>
      </dsp:txBody>
      <dsp:txXfrm rot="10800000">
        <a:off x="943621" y="2872098"/>
        <a:ext cx="3128408" cy="276459"/>
      </dsp:txXfrm>
    </dsp:sp>
    <dsp:sp modelId="{C5E96447-A876-48F8-84AA-DEF41CCC8CC1}">
      <dsp:nvSpPr>
        <dsp:cNvPr id="0" name=""/>
        <dsp:cNvSpPr/>
      </dsp:nvSpPr>
      <dsp:spPr>
        <a:xfrm>
          <a:off x="736276" y="2872098"/>
          <a:ext cx="276459" cy="276459"/>
        </a:xfrm>
        <a:prstGeom prst="ellipse">
          <a:avLst/>
        </a:prstGeom>
        <a:solidFill>
          <a:schemeClr val="accent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DDC873-C1AA-4480-89D6-285AD5386BC5}">
      <dsp:nvSpPr>
        <dsp:cNvPr id="0" name=""/>
        <dsp:cNvSpPr/>
      </dsp:nvSpPr>
      <dsp:spPr>
        <a:xfrm rot="10800000">
          <a:off x="874506" y="3231083"/>
          <a:ext cx="3197523" cy="2764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11" tIns="45720" rIns="85344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→</a:t>
          </a:r>
        </a:p>
      </dsp:txBody>
      <dsp:txXfrm rot="10800000">
        <a:off x="943621" y="3231083"/>
        <a:ext cx="3128408" cy="276459"/>
      </dsp:txXfrm>
    </dsp:sp>
    <dsp:sp modelId="{2054D792-C829-46F5-BD3F-3C6D051E187F}">
      <dsp:nvSpPr>
        <dsp:cNvPr id="0" name=""/>
        <dsp:cNvSpPr/>
      </dsp:nvSpPr>
      <dsp:spPr>
        <a:xfrm>
          <a:off x="736276" y="3231083"/>
          <a:ext cx="276459" cy="2764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47D175-D283-436A-97F1-7FA9C953C319}">
      <dsp:nvSpPr>
        <dsp:cNvPr id="0" name=""/>
        <dsp:cNvSpPr/>
      </dsp:nvSpPr>
      <dsp:spPr>
        <a:xfrm rot="10800000">
          <a:off x="874506" y="3590068"/>
          <a:ext cx="3197523" cy="276459"/>
        </a:xfrm>
        <a:prstGeom prst="homePlate">
          <a:avLst/>
        </a:prstGeom>
        <a:solidFill>
          <a:schemeClr val="bg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11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</a:rPr>
            <a:t>[Receive Message]</a:t>
          </a:r>
        </a:p>
      </dsp:txBody>
      <dsp:txXfrm rot="10800000">
        <a:off x="943621" y="3590068"/>
        <a:ext cx="3128408" cy="276459"/>
      </dsp:txXfrm>
    </dsp:sp>
    <dsp:sp modelId="{9ECCD194-EA93-4D39-8744-E4B602E1C823}">
      <dsp:nvSpPr>
        <dsp:cNvPr id="0" name=""/>
        <dsp:cNvSpPr/>
      </dsp:nvSpPr>
      <dsp:spPr>
        <a:xfrm>
          <a:off x="736276" y="3590068"/>
          <a:ext cx="276459" cy="276459"/>
        </a:xfrm>
        <a:prstGeom prst="ellipse">
          <a:avLst/>
        </a:prstGeom>
        <a:solidFill>
          <a:schemeClr val="tx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B94A92-8E38-4AC8-A0FD-6246D0B12435}">
      <dsp:nvSpPr>
        <dsp:cNvPr id="0" name=""/>
        <dsp:cNvSpPr/>
      </dsp:nvSpPr>
      <dsp:spPr>
        <a:xfrm rot="10800000">
          <a:off x="874506" y="3949054"/>
          <a:ext cx="3197523" cy="2764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11" tIns="45720" rIns="85344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→</a:t>
          </a:r>
        </a:p>
      </dsp:txBody>
      <dsp:txXfrm rot="10800000">
        <a:off x="943621" y="3949054"/>
        <a:ext cx="3128408" cy="276459"/>
      </dsp:txXfrm>
    </dsp:sp>
    <dsp:sp modelId="{8CB3574E-4FDE-4763-A75A-E48F92834C96}">
      <dsp:nvSpPr>
        <dsp:cNvPr id="0" name=""/>
        <dsp:cNvSpPr/>
      </dsp:nvSpPr>
      <dsp:spPr>
        <a:xfrm>
          <a:off x="736276" y="3949054"/>
          <a:ext cx="276459" cy="2764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4D066B-B36C-479F-A849-9277B5722B45}">
      <dsp:nvSpPr>
        <dsp:cNvPr id="0" name=""/>
        <dsp:cNvSpPr/>
      </dsp:nvSpPr>
      <dsp:spPr>
        <a:xfrm rot="10800000">
          <a:off x="874506" y="4308039"/>
          <a:ext cx="3197523" cy="276459"/>
        </a:xfrm>
        <a:prstGeom prst="homePlate">
          <a:avLst/>
        </a:prstGeom>
        <a:solidFill>
          <a:schemeClr val="bg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11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</a:rPr>
            <a:t>[Validate Message]</a:t>
          </a:r>
        </a:p>
      </dsp:txBody>
      <dsp:txXfrm rot="10800000">
        <a:off x="943621" y="4308039"/>
        <a:ext cx="3128408" cy="276459"/>
      </dsp:txXfrm>
    </dsp:sp>
    <dsp:sp modelId="{E8898BD6-940B-4F23-BBF0-A111CDEB2DB7}">
      <dsp:nvSpPr>
        <dsp:cNvPr id="0" name=""/>
        <dsp:cNvSpPr/>
      </dsp:nvSpPr>
      <dsp:spPr>
        <a:xfrm>
          <a:off x="736276" y="4308039"/>
          <a:ext cx="276459" cy="276459"/>
        </a:xfrm>
        <a:prstGeom prst="ellipse">
          <a:avLst/>
        </a:prstGeom>
        <a:solidFill>
          <a:schemeClr val="tx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AA7E80-1383-4133-8617-CCA2C5312D75}">
      <dsp:nvSpPr>
        <dsp:cNvPr id="0" name=""/>
        <dsp:cNvSpPr/>
      </dsp:nvSpPr>
      <dsp:spPr>
        <a:xfrm rot="10800000">
          <a:off x="874506" y="4667024"/>
          <a:ext cx="3197523" cy="2764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11" tIns="45720" rIns="85344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→</a:t>
          </a:r>
        </a:p>
      </dsp:txBody>
      <dsp:txXfrm rot="10800000">
        <a:off x="943621" y="4667024"/>
        <a:ext cx="3128408" cy="276459"/>
      </dsp:txXfrm>
    </dsp:sp>
    <dsp:sp modelId="{A9337BE3-F25C-4EDE-95C1-7A06297F7165}">
      <dsp:nvSpPr>
        <dsp:cNvPr id="0" name=""/>
        <dsp:cNvSpPr/>
      </dsp:nvSpPr>
      <dsp:spPr>
        <a:xfrm>
          <a:off x="736276" y="4667024"/>
          <a:ext cx="276459" cy="2764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19769A-45EB-4239-8998-BF2518E9C236}">
      <dsp:nvSpPr>
        <dsp:cNvPr id="0" name=""/>
        <dsp:cNvSpPr/>
      </dsp:nvSpPr>
      <dsp:spPr>
        <a:xfrm rot="10800000">
          <a:off x="874506" y="5026010"/>
          <a:ext cx="3197523" cy="276459"/>
        </a:xfrm>
        <a:prstGeom prst="homePlate">
          <a:avLst/>
        </a:prstGeom>
        <a:solidFill>
          <a:schemeClr val="bg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11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</a:rPr>
            <a:t>[Save in PostgreSQL]</a:t>
          </a:r>
        </a:p>
      </dsp:txBody>
      <dsp:txXfrm rot="10800000">
        <a:off x="943621" y="5026010"/>
        <a:ext cx="3128408" cy="276459"/>
      </dsp:txXfrm>
    </dsp:sp>
    <dsp:sp modelId="{0219B3E9-CDCB-4BE2-9BD4-0CA145196661}">
      <dsp:nvSpPr>
        <dsp:cNvPr id="0" name=""/>
        <dsp:cNvSpPr/>
      </dsp:nvSpPr>
      <dsp:spPr>
        <a:xfrm>
          <a:off x="736276" y="5026010"/>
          <a:ext cx="276459" cy="276459"/>
        </a:xfrm>
        <a:prstGeom prst="ellipse">
          <a:avLst/>
        </a:prstGeom>
        <a:solidFill>
          <a:schemeClr val="tx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6F964F-453D-4853-BAA6-83A9CBA073BA}">
      <dsp:nvSpPr>
        <dsp:cNvPr id="0" name=""/>
        <dsp:cNvSpPr/>
      </dsp:nvSpPr>
      <dsp:spPr>
        <a:xfrm rot="10800000">
          <a:off x="874506" y="5384995"/>
          <a:ext cx="3197523" cy="2764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11" tIns="45720" rIns="85344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→</a:t>
          </a:r>
        </a:p>
      </dsp:txBody>
      <dsp:txXfrm rot="10800000">
        <a:off x="943621" y="5384995"/>
        <a:ext cx="3128408" cy="276459"/>
      </dsp:txXfrm>
    </dsp:sp>
    <dsp:sp modelId="{4E4CC11C-07DA-417A-80D3-34A23D9E74F2}">
      <dsp:nvSpPr>
        <dsp:cNvPr id="0" name=""/>
        <dsp:cNvSpPr/>
      </dsp:nvSpPr>
      <dsp:spPr>
        <a:xfrm>
          <a:off x="736276" y="5384995"/>
          <a:ext cx="276459" cy="2764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D6F648-B307-4FF2-A7BA-B90820F1624E}">
      <dsp:nvSpPr>
        <dsp:cNvPr id="0" name=""/>
        <dsp:cNvSpPr/>
      </dsp:nvSpPr>
      <dsp:spPr>
        <a:xfrm rot="10800000">
          <a:off x="874506" y="5743980"/>
          <a:ext cx="3197523" cy="276459"/>
        </a:xfrm>
        <a:prstGeom prst="homePlate">
          <a:avLst/>
        </a:prstGeom>
        <a:solidFill>
          <a:schemeClr val="bg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11" tIns="45720" rIns="85344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[</a:t>
          </a:r>
          <a:r>
            <a:rPr lang="en-US" sz="1800" b="1" kern="1200" dirty="0">
              <a:solidFill>
                <a:schemeClr val="tx1"/>
              </a:solidFill>
            </a:rPr>
            <a:t>Broadcast to Group Members</a:t>
          </a:r>
          <a:r>
            <a:rPr lang="en-US" sz="1200" kern="1200" dirty="0"/>
            <a:t>]</a:t>
          </a:r>
        </a:p>
      </dsp:txBody>
      <dsp:txXfrm rot="10800000">
        <a:off x="943621" y="5743980"/>
        <a:ext cx="3128408" cy="276459"/>
      </dsp:txXfrm>
    </dsp:sp>
    <dsp:sp modelId="{29D7BFE4-2EF4-425A-ABC6-A01A5F2D2D19}">
      <dsp:nvSpPr>
        <dsp:cNvPr id="0" name=""/>
        <dsp:cNvSpPr/>
      </dsp:nvSpPr>
      <dsp:spPr>
        <a:xfrm>
          <a:off x="736276" y="5743980"/>
          <a:ext cx="276459" cy="276459"/>
        </a:xfrm>
        <a:prstGeom prst="ellipse">
          <a:avLst/>
        </a:prstGeom>
        <a:solidFill>
          <a:schemeClr val="tx2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2DE224-AC86-4964-91C9-54DE87BAED4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037A8D-F38D-4AFF-897F-F400841F6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863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037A8D-F38D-4AFF-897F-F400841F63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02027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100" b="1">
                <a:solidFill>
                  <a:srgbClr val="38CDDC"/>
                </a:solidFill>
                <a:latin typeface="Aptos"/>
              </a:rPr>
              <a:t>SIDEQUEST  /  REAL-TIME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3000" b="1">
                <a:solidFill>
                  <a:srgbClr val="F5F8FC"/>
                </a:solidFill>
                <a:latin typeface="Aptos"/>
              </a:rPr>
              <a:t>What is a WebSocket?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700" b="0">
                <a:solidFill>
                  <a:srgbClr val="AEBED2"/>
                </a:solidFill>
                <a:latin typeface="Aptos"/>
              </a:rPr>
              <a:t>A persistent, two-way connection that lets the client and server exchange messages instantly.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2057400" cy="960120"/>
          </a:xfrm>
          <a:prstGeom prst="round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304288"/>
            <a:ext cx="178308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F5F8FC"/>
                </a:solidFill>
                <a:latin typeface="Aptos"/>
              </a:rPr>
              <a:t>CLIENT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83480" y="2057400"/>
            <a:ext cx="2240280" cy="960120"/>
          </a:xfrm>
          <a:prstGeom prst="roundRect">
            <a:avLst/>
          </a:prstGeom>
          <a:solidFill>
            <a:srgbClr val="1F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38928" y="2304288"/>
            <a:ext cx="192024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38CDDC"/>
                </a:solidFill>
                <a:latin typeface="Aptos"/>
              </a:rPr>
              <a:t>WEBSOCKET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2057400"/>
            <a:ext cx="2148840" cy="960120"/>
          </a:xfrm>
          <a:prstGeom prst="round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64040" y="2304288"/>
            <a:ext cx="1874519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F5F8FC"/>
                </a:solidFill>
                <a:latin typeface="Aptos"/>
              </a:rPr>
              <a:t>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103120"/>
            <a:ext cx="1828800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500" b="1">
                <a:solidFill>
                  <a:srgbClr val="68DCAA"/>
                </a:solidFill>
                <a:latin typeface="Aptos"/>
              </a:rPr>
              <a:t>→  message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496312"/>
            <a:ext cx="1828800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500" b="1">
                <a:solidFill>
                  <a:srgbClr val="FFCC66"/>
                </a:solidFill>
                <a:latin typeface="Aptos"/>
              </a:rPr>
              <a:t>←  reply / event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103120"/>
            <a:ext cx="1828800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500" b="1">
                <a:solidFill>
                  <a:srgbClr val="68DCAA"/>
                </a:solidFill>
                <a:latin typeface="Aptos"/>
              </a:rPr>
              <a:t>→  message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496312"/>
            <a:ext cx="1828800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500" b="1">
                <a:solidFill>
                  <a:srgbClr val="FFCC66"/>
                </a:solidFill>
                <a:latin typeface="Aptos"/>
              </a:rPr>
              <a:t>←  reply / event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182112"/>
            <a:ext cx="1069848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400" b="0">
                <a:solidFill>
                  <a:srgbClr val="AEBED2"/>
                </a:solidFill>
                <a:latin typeface="Aptos"/>
              </a:rPr>
              <a:t>One connection stays open after the initial handshake — no repeated request is needed for every message.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67328"/>
            <a:ext cx="457200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200" b="1">
                <a:solidFill>
                  <a:srgbClr val="38CDDC"/>
                </a:solidFill>
                <a:latin typeface="Aptos"/>
              </a:rPr>
              <a:t>HOW IT DIFFERS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160520"/>
            <a:ext cx="1755648" cy="384048"/>
          </a:xfrm>
          <a:prstGeom prst="rect">
            <a:avLst/>
          </a:prstGeom>
          <a:solidFill>
            <a:srgbClr val="1F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" y="4215383"/>
            <a:ext cx="1627632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200" b="1">
                <a:solidFill>
                  <a:srgbClr val="38CDDC"/>
                </a:solidFill>
                <a:latin typeface="Aptos"/>
              </a:rPr>
              <a:t>Approach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14600" y="4160520"/>
            <a:ext cx="2807208" cy="384048"/>
          </a:xfrm>
          <a:prstGeom prst="rect">
            <a:avLst/>
          </a:prstGeom>
          <a:solidFill>
            <a:srgbClr val="1F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87752" y="4215383"/>
            <a:ext cx="2679191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200" b="1">
                <a:solidFill>
                  <a:srgbClr val="38CDDC"/>
                </a:solidFill>
                <a:latin typeface="Aptos"/>
              </a:rPr>
              <a:t>Direction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4160520"/>
            <a:ext cx="2807208" cy="384048"/>
          </a:xfrm>
          <a:prstGeom prst="rect">
            <a:avLst/>
          </a:prstGeom>
          <a:solidFill>
            <a:srgbClr val="1F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68112" y="4215383"/>
            <a:ext cx="2679191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200" b="1">
                <a:solidFill>
                  <a:srgbClr val="38CDDC"/>
                </a:solidFill>
                <a:latin typeface="Aptos"/>
              </a:rPr>
              <a:t>How updates arrive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4160520"/>
            <a:ext cx="2898648" cy="384048"/>
          </a:xfrm>
          <a:prstGeom prst="rect">
            <a:avLst/>
          </a:prstGeom>
          <a:solidFill>
            <a:srgbClr val="1F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48472" y="4215383"/>
            <a:ext cx="2770632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200" b="1">
                <a:solidFill>
                  <a:srgbClr val="38CDDC"/>
                </a:solidFill>
                <a:latin typeface="Aptos"/>
              </a:rPr>
              <a:t>Best fit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599431"/>
            <a:ext cx="1755648" cy="466344"/>
          </a:xfrm>
          <a:prstGeom prst="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8952" y="4663440"/>
            <a:ext cx="164592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200" b="1">
                <a:solidFill>
                  <a:srgbClr val="F5F8FC"/>
                </a:solidFill>
                <a:latin typeface="Aptos"/>
              </a:rPr>
              <a:t>HTTP / REST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4600" y="4599431"/>
            <a:ext cx="2807208" cy="466344"/>
          </a:xfrm>
          <a:prstGeom prst="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587752" y="4663440"/>
            <a:ext cx="2697479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100" b="0">
                <a:solidFill>
                  <a:srgbClr val="F5F8FC"/>
                </a:solidFill>
                <a:latin typeface="Aptos"/>
              </a:rPr>
              <a:t>Client → Server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94960" y="4599431"/>
            <a:ext cx="2807208" cy="466344"/>
          </a:xfrm>
          <a:prstGeom prst="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68112" y="4663440"/>
            <a:ext cx="2697479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100" b="0">
                <a:solidFill>
                  <a:srgbClr val="F5F8FC"/>
                </a:solidFill>
                <a:latin typeface="Aptos"/>
              </a:rPr>
              <a:t>Client requests; server responds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20" y="4599431"/>
            <a:ext cx="2898648" cy="466344"/>
          </a:xfrm>
          <a:prstGeom prst="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48472" y="4663440"/>
            <a:ext cx="278892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100" b="0">
                <a:solidFill>
                  <a:srgbClr val="F5F8FC"/>
                </a:solidFill>
                <a:latin typeface="Aptos"/>
              </a:rPr>
              <a:t>Login, fetch history, CRUD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5120640"/>
            <a:ext cx="1755648" cy="466344"/>
          </a:xfrm>
          <a:prstGeom prst="rect">
            <a:avLst/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8952" y="5184648"/>
            <a:ext cx="164592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200" b="1">
                <a:solidFill>
                  <a:srgbClr val="F5F8FC"/>
                </a:solidFill>
                <a:latin typeface="Aptos"/>
              </a:rPr>
              <a:t>Polling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14600" y="5120640"/>
            <a:ext cx="2807208" cy="466344"/>
          </a:xfrm>
          <a:prstGeom prst="rect">
            <a:avLst/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587752" y="5184648"/>
            <a:ext cx="2697479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100" b="0">
                <a:solidFill>
                  <a:srgbClr val="F5F8FC"/>
                </a:solidFill>
                <a:latin typeface="Aptos"/>
              </a:rPr>
              <a:t>Client → Server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94960" y="5120640"/>
            <a:ext cx="2807208" cy="466344"/>
          </a:xfrm>
          <a:prstGeom prst="rect">
            <a:avLst/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68112" y="5184648"/>
            <a:ext cx="2697479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100" b="0">
                <a:solidFill>
                  <a:srgbClr val="F5F8FC"/>
                </a:solidFill>
                <a:latin typeface="Aptos"/>
              </a:rPr>
              <a:t>Client asks repeatedly: “Any update?”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75320" y="5120640"/>
            <a:ext cx="2898648" cy="466344"/>
          </a:xfrm>
          <a:prstGeom prst="rect">
            <a:avLst/>
          </a:prstGeom>
          <a:solidFill>
            <a:srgbClr val="14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48472" y="5184648"/>
            <a:ext cx="278892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100" b="0">
                <a:solidFill>
                  <a:srgbClr val="F5F8FC"/>
                </a:solidFill>
                <a:latin typeface="Aptos"/>
              </a:rPr>
              <a:t>Simple, less time-critical updates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" y="5641847"/>
            <a:ext cx="1755648" cy="466344"/>
          </a:xfrm>
          <a:prstGeom prst="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58952" y="5705855"/>
            <a:ext cx="164592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200" b="1">
                <a:solidFill>
                  <a:srgbClr val="38CDDC"/>
                </a:solidFill>
                <a:latin typeface="Aptos"/>
              </a:rPr>
              <a:t>WebSocket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14600" y="5641847"/>
            <a:ext cx="2807208" cy="466344"/>
          </a:xfrm>
          <a:prstGeom prst="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587752" y="5705855"/>
            <a:ext cx="2697479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100" b="0">
                <a:solidFill>
                  <a:srgbClr val="F5F8FC"/>
                </a:solidFill>
                <a:latin typeface="Aptos"/>
              </a:rPr>
              <a:t>Both directions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94960" y="5641847"/>
            <a:ext cx="2807208" cy="466344"/>
          </a:xfrm>
          <a:prstGeom prst="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468112" y="5705855"/>
            <a:ext cx="2697479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100" b="0">
                <a:solidFill>
                  <a:srgbClr val="F5F8FC"/>
                </a:solidFill>
                <a:latin typeface="Aptos"/>
              </a:rPr>
              <a:t>Server can push as soon as an event occurs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75320" y="5641847"/>
            <a:ext cx="2898648" cy="466344"/>
          </a:xfrm>
          <a:prstGeom prst="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348472" y="5705855"/>
            <a:ext cx="278892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100" b="0">
                <a:solidFill>
                  <a:srgbClr val="F5F8FC"/>
                </a:solidFill>
                <a:latin typeface="Aptos"/>
              </a:rPr>
              <a:t>Live chat, presence, collaboration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" y="6272784"/>
            <a:ext cx="1088136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900" b="0">
                <a:solidFill>
                  <a:srgbClr val="AEBED2"/>
                </a:solidFill>
                <a:latin typeface="Aptos"/>
              </a:rPr>
              <a:t>Key idea: REST is request–response; WebSocket is persistent and full-duplex (two-way).  |  Source: MDN WebSocket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100" b="1">
                <a:solidFill>
                  <a:srgbClr val="38CDDC"/>
                </a:solidFill>
                <a:latin typeface="Aptos"/>
              </a:rPr>
              <a:t>SIDEQUEST  /  WHY THIS TECHNOLOGY?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3000" b="1">
                <a:solidFill>
                  <a:srgbClr val="F5F8FC"/>
                </a:solidFill>
                <a:latin typeface="Aptos"/>
              </a:rPr>
              <a:t>Why WebSocket suits SideQuest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700" b="0">
                <a:solidFill>
                  <a:srgbClr val="AEBED2"/>
                </a:solidFill>
                <a:latin typeface="Aptos"/>
              </a:rPr>
              <a:t>SideQuest is built around groups — conversations and activity plans need to stay in sync.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074920" cy="3429000"/>
          </a:xfrm>
          <a:prstGeom prst="round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212848"/>
            <a:ext cx="448056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200" b="1">
                <a:solidFill>
                  <a:srgbClr val="38CDDC"/>
                </a:solidFill>
                <a:latin typeface="Aptos"/>
              </a:rPr>
              <a:t>A REAL GROUP-CHAT MOMENT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761488"/>
            <a:ext cx="2971800" cy="576072"/>
          </a:xfrm>
          <a:prstGeom prst="roundRect">
            <a:avLst/>
          </a:prstGeom>
          <a:solidFill>
            <a:srgbClr val="1F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2880360"/>
            <a:ext cx="265176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500" b="0">
                <a:solidFill>
                  <a:srgbClr val="F5F8FC"/>
                </a:solidFill>
                <a:latin typeface="Aptos"/>
              </a:rPr>
              <a:t>Tom: “Movie at 7?”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3502152"/>
            <a:ext cx="3154680" cy="576072"/>
          </a:xfrm>
          <a:prstGeom prst="roundRect">
            <a:avLst/>
          </a:prstGeom>
          <a:solidFill>
            <a:srgbClr val="1C4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95728" y="3621024"/>
            <a:ext cx="283464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500" b="0">
                <a:solidFill>
                  <a:srgbClr val="F5F8FC"/>
                </a:solidFill>
                <a:latin typeface="Aptos"/>
              </a:rPr>
              <a:t>Jerry: “I’m in!”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4242816"/>
            <a:ext cx="3474720" cy="576072"/>
          </a:xfrm>
          <a:prstGeom prst="roundRect">
            <a:avLst/>
          </a:prstGeom>
          <a:solidFill>
            <a:srgbClr val="1F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4361688"/>
            <a:ext cx="31546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500" b="1">
                <a:solidFill>
                  <a:srgbClr val="68DCAA"/>
                </a:solidFill>
                <a:latin typeface="Aptos"/>
              </a:rPr>
              <a:t>Everyone sees it instantly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5010912"/>
            <a:ext cx="452628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200" b="0">
                <a:solidFill>
                  <a:srgbClr val="AEBED2"/>
                </a:solidFill>
                <a:latin typeface="Aptos"/>
              </a:rPr>
              <a:t>One member sends → server broadcasts to connected group members.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011680"/>
            <a:ext cx="512064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200" b="1">
                <a:solidFill>
                  <a:srgbClr val="38CDDC"/>
                </a:solidFill>
                <a:latin typeface="Aptos"/>
              </a:rPr>
              <a:t>WHAT WE GAIN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2487168"/>
            <a:ext cx="5349240" cy="658368"/>
          </a:xfrm>
          <a:prstGeom prst="round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2569464"/>
            <a:ext cx="1965960" cy="23774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400" b="1">
                <a:solidFill>
                  <a:srgbClr val="F5F8FC"/>
                </a:solidFill>
                <a:latin typeface="Aptos"/>
              </a:rPr>
              <a:t>Instant group chat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560320"/>
            <a:ext cx="292608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100" b="0">
                <a:solidFill>
                  <a:srgbClr val="AEBED2"/>
                </a:solidFill>
                <a:latin typeface="Aptos"/>
              </a:rPr>
              <a:t>Messages appear without refreshing or repeatedly checking.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3246120"/>
            <a:ext cx="5349240" cy="658368"/>
          </a:xfrm>
          <a:prstGeom prst="round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3328416"/>
            <a:ext cx="1965960" cy="23774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400" b="1">
                <a:solidFill>
                  <a:srgbClr val="F5F8FC"/>
                </a:solidFill>
                <a:latin typeface="Aptos"/>
              </a:rPr>
              <a:t>Two-way interaction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3319272"/>
            <a:ext cx="292608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100" b="0">
                <a:solidFill>
                  <a:srgbClr val="AEBED2"/>
                </a:solidFill>
                <a:latin typeface="Aptos"/>
              </a:rPr>
              <a:t>Members send messages; the server pushes new messages back.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4005072"/>
            <a:ext cx="5349240" cy="658368"/>
          </a:xfrm>
          <a:prstGeom prst="round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4087368"/>
            <a:ext cx="1965960" cy="23774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400" b="1">
                <a:solidFill>
                  <a:srgbClr val="F5F8FC"/>
                </a:solidFill>
                <a:latin typeface="Aptos"/>
              </a:rPr>
              <a:t>Live coordination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4078224"/>
            <a:ext cx="292608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100" b="0">
                <a:solidFill>
                  <a:srgbClr val="AEBED2"/>
                </a:solidFill>
                <a:latin typeface="Aptos"/>
              </a:rPr>
              <a:t>Useful for activity updates, confirmations and shared decisions.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4768" y="4764024"/>
            <a:ext cx="5349240" cy="658368"/>
          </a:xfrm>
          <a:prstGeom prst="roundRect">
            <a:avLst/>
          </a:prstGeom>
          <a:solidFill>
            <a:srgbClr val="19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4846320"/>
            <a:ext cx="1965960" cy="23774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400" b="1">
                <a:solidFill>
                  <a:srgbClr val="F5F8FC"/>
                </a:solidFill>
                <a:latin typeface="Aptos"/>
              </a:rPr>
              <a:t>Efficient message exchange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4837176"/>
            <a:ext cx="292608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100" b="0">
                <a:solidFill>
                  <a:srgbClr val="AEBED2"/>
                </a:solidFill>
                <a:latin typeface="Aptos"/>
              </a:rPr>
              <a:t>After connection setup, messages avoid repeated HTTP request overhead.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596128"/>
            <a:ext cx="10808208" cy="621792"/>
          </a:xfrm>
          <a:prstGeom prst="roundRect">
            <a:avLst/>
          </a:prstGeom>
          <a:solidFill>
            <a:srgbClr val="1F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112" y="5696712"/>
            <a:ext cx="1037844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Our design: Flutter client  ⇄  FastAPI WebSocket (/ws/groups/{group_id})  →  broadcast to that 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6327648"/>
            <a:ext cx="1088136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900" b="0">
                <a:solidFill>
                  <a:srgbClr val="AEBED2"/>
                </a:solidFill>
                <a:latin typeface="Aptos"/>
              </a:rPr>
              <a:t>Use REST for registration, login and loading chat history; use WebSocket for live messages. Validate user + group membership and handle reconnects.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2C3D42-72D8-9EBE-BA77-9E8280068BE3}"/>
              </a:ext>
            </a:extLst>
          </p:cNvPr>
          <p:cNvSpPr txBox="1"/>
          <p:nvPr/>
        </p:nvSpPr>
        <p:spPr>
          <a:xfrm>
            <a:off x="205483" y="297950"/>
            <a:ext cx="5702157" cy="2231124"/>
          </a:xfrm>
          <a:prstGeom prst="rect">
            <a:avLst/>
          </a:prstGeom>
          <a:solidFill>
            <a:schemeClr val="tx1">
              <a:alpha val="39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14583"/>
              </a:lnSpc>
              <a:buNone/>
            </a:pPr>
            <a:r>
              <a:rPr lang="en-US" sz="2800" dirty="0" err="1">
                <a:solidFill>
                  <a:schemeClr val="bg2"/>
                </a:solidFill>
              </a:rPr>
              <a:t>Websocket</a:t>
            </a:r>
            <a:r>
              <a:rPr lang="en-US" sz="2800" dirty="0">
                <a:solidFill>
                  <a:schemeClr val="bg2"/>
                </a:solidFill>
              </a:rPr>
              <a:t> Endpoint</a:t>
            </a:r>
            <a:br>
              <a:rPr lang="en-US" dirty="0"/>
            </a:br>
            <a:r>
              <a:rPr lang="en-US" sz="18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router</a:t>
            </a:r>
            <a:r>
              <a:rPr lang="en-US" sz="18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.websocket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"/ws/groups/</a:t>
            </a:r>
            <a:r>
              <a:rPr lang="en-US" sz="18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{group_id}</a:t>
            </a:r>
            <a:r>
              <a:rPr lang="en-US" sz="18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4583"/>
              </a:lnSpc>
              <a:buNone/>
            </a:pPr>
            <a:endParaRPr lang="en-US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4583"/>
              </a:lnSpc>
              <a:buNone/>
            </a:pPr>
            <a:r>
              <a:rPr lang="en-US" sz="18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group_chat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websocket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WebSocket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group_id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token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):</a:t>
            </a:r>
            <a:endParaRPr lang="en-US" dirty="0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pPr>
              <a:lnSpc>
                <a:spcPct val="114583"/>
              </a:lnSpc>
              <a:buNone/>
            </a:pPr>
            <a:endParaRPr lang="en-US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17884-7104-AC6F-7BFD-2C20D6BA52E2}"/>
              </a:ext>
            </a:extLst>
          </p:cNvPr>
          <p:cNvSpPr txBox="1"/>
          <p:nvPr/>
        </p:nvSpPr>
        <p:spPr>
          <a:xfrm>
            <a:off x="6277510" y="297950"/>
            <a:ext cx="5709007" cy="2306401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14583"/>
              </a:lnSpc>
              <a:buNone/>
            </a:pPr>
            <a:r>
              <a:rPr lang="en-US" sz="28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Get Authenticated User</a:t>
            </a:r>
          </a:p>
          <a:p>
            <a:pPr>
              <a:lnSpc>
                <a:spcPct val="114583"/>
              </a:lnSpc>
              <a:buNone/>
            </a:pPr>
            <a:r>
              <a:rPr lang="en-US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get_authenticated_user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token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4583"/>
              </a:lnSpc>
              <a:buNone/>
            </a:pP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4583"/>
              </a:lnSpc>
              <a:buNone/>
            </a:pP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websocket</a:t>
            </a:r>
            <a:r>
              <a:rPr lang="en-US" sz="14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4583"/>
              </a:lnSpc>
              <a:buNone/>
            </a:pP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code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1008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4583"/>
              </a:lnSpc>
              <a:buNone/>
            </a:pP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4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reason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"Invalid authentication"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4583"/>
              </a:lnSpc>
              <a:buNone/>
            </a:pP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pPr>
              <a:lnSpc>
                <a:spcPct val="114583"/>
              </a:lnSpc>
              <a:buNone/>
            </a:pP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US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B93A24-A829-AAFF-B033-085FA9940C21}"/>
              </a:ext>
            </a:extLst>
          </p:cNvPr>
          <p:cNvSpPr txBox="1"/>
          <p:nvPr/>
        </p:nvSpPr>
        <p:spPr>
          <a:xfrm>
            <a:off x="205483" y="2925210"/>
            <a:ext cx="5702157" cy="3901389"/>
          </a:xfrm>
          <a:prstGeom prst="rect">
            <a:avLst/>
          </a:prstGeom>
          <a:solidFill>
            <a:schemeClr val="tx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14583"/>
              </a:lnSpc>
              <a:buNone/>
            </a:pPr>
            <a:r>
              <a:rPr lang="en-US" sz="12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get_authenticated_user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token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4583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Session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SessionLocal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4583"/>
              </a:lnSpc>
              <a:buNone/>
            </a:pPr>
            <a:b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4583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4583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payload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jwt</a:t>
            </a:r>
            <a:r>
              <a:rPr lang="en-US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decode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4583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token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4583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SECRET_KEY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4583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algorithms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ALGORITHM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>
              <a:lnSpc>
                <a:spcPct val="114583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pPr>
              <a:lnSpc>
                <a:spcPct val="114583"/>
              </a:lnSpc>
              <a:buNone/>
            </a:pPr>
            <a:b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4583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user_id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payload</a:t>
            </a:r>
            <a:r>
              <a:rPr lang="en-US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"sub"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ct val="114583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user_id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4583"/>
              </a:lnSpc>
              <a:buNone/>
            </a:pPr>
            <a:b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4583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2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is_active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4583"/>
              </a:lnSpc>
              <a:buNone/>
            </a:pP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endParaRPr lang="en-US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BF0142-18BA-0EA7-0F05-875C56B39219}"/>
              </a:ext>
            </a:extLst>
          </p:cNvPr>
          <p:cNvSpPr txBox="1"/>
          <p:nvPr/>
        </p:nvSpPr>
        <p:spPr>
          <a:xfrm>
            <a:off x="6277510" y="3030876"/>
            <a:ext cx="5702157" cy="3682290"/>
          </a:xfrm>
          <a:prstGeom prst="rect">
            <a:avLst/>
          </a:prstGeom>
          <a:solidFill>
            <a:schemeClr val="tx1">
              <a:alpha val="36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14583"/>
              </a:lnSpc>
              <a:buNone/>
            </a:pPr>
            <a:r>
              <a:rPr lang="en-US" sz="2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Group Member Authorization</a:t>
            </a:r>
          </a:p>
          <a:p>
            <a:pPr>
              <a:lnSpc>
                <a:spcPct val="114583"/>
              </a:lnSpc>
              <a:buNone/>
            </a:pPr>
            <a:endParaRPr lang="en-US" dirty="0">
              <a:solidFill>
                <a:srgbClr val="C586C0"/>
              </a:solidFill>
              <a:latin typeface="Consolas" panose="020B0609020204030204" pitchFamily="49" charset="0"/>
            </a:endParaRPr>
          </a:p>
          <a:p>
            <a:pPr>
              <a:lnSpc>
                <a:spcPct val="114583"/>
              </a:lnSpc>
              <a:buNone/>
            </a:pPr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is_group_member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group_id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14583"/>
              </a:lnSpc>
              <a:buNone/>
            </a:pPr>
            <a:endParaRPr lang="en-US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4583"/>
              </a:lnSpc>
              <a:buNone/>
            </a:pP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websocket</a:t>
            </a:r>
            <a:r>
              <a:rPr lang="en-US" sz="18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4583"/>
              </a:lnSpc>
              <a:buNone/>
            </a:pP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8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code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1008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4583"/>
              </a:lnSpc>
              <a:buNone/>
            </a:pP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8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reason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"You are not a member of this group"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4583"/>
              </a:lnSpc>
              <a:buNone/>
            </a:pP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pPr>
              <a:lnSpc>
                <a:spcPct val="114583"/>
              </a:lnSpc>
              <a:buNone/>
            </a:pPr>
            <a:endParaRPr lang="en-US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4583"/>
              </a:lnSpc>
              <a:buNone/>
            </a:pP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US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2510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8B2151F-1C1A-4E8A-5E89-2F824C76D3BF}"/>
              </a:ext>
            </a:extLst>
          </p:cNvPr>
          <p:cNvSpPr txBox="1"/>
          <p:nvPr/>
        </p:nvSpPr>
        <p:spPr>
          <a:xfrm>
            <a:off x="174662" y="187535"/>
            <a:ext cx="5640512" cy="3049681"/>
          </a:xfrm>
          <a:prstGeom prst="rect">
            <a:avLst/>
          </a:prstGeom>
          <a:solidFill>
            <a:schemeClr val="tx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14583"/>
              </a:lnSpc>
              <a:buNone/>
            </a:pPr>
            <a:r>
              <a:rPr lang="en-US" sz="14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ConnectionManager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4583"/>
              </a:lnSpc>
              <a:buNone/>
            </a:pP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14583"/>
              </a:lnSpc>
              <a:buNone/>
            </a:pP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4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active_connections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WebSocket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]]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{}</a:t>
            </a:r>
          </a:p>
          <a:p>
            <a:pPr>
              <a:lnSpc>
                <a:spcPct val="114583"/>
              </a:lnSpc>
              <a:buNone/>
            </a:pPr>
            <a:b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4583"/>
              </a:lnSpc>
              <a:buNone/>
            </a:pP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connect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group_id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websocket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WebSocket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14583"/>
              </a:lnSpc>
              <a:buNone/>
            </a:pP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websocket</a:t>
            </a:r>
            <a:r>
              <a:rPr lang="en-US" sz="14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accept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4583"/>
              </a:lnSpc>
              <a:buNone/>
            </a:pP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4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active_connections</a:t>
            </a:r>
            <a:r>
              <a:rPr lang="en-US" sz="14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setdefault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group_id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[]).</a:t>
            </a:r>
            <a:r>
              <a:rPr lang="en-US" sz="14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websocket</a:t>
            </a:r>
            <a:r>
              <a:rPr lang="en-US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4583"/>
              </a:lnSpc>
              <a:buNone/>
            </a:pPr>
            <a:endParaRPr lang="en-US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AEB6B2-6F79-85CE-9675-0DA228D0A6B1}"/>
              </a:ext>
            </a:extLst>
          </p:cNvPr>
          <p:cNvSpPr txBox="1"/>
          <p:nvPr/>
        </p:nvSpPr>
        <p:spPr>
          <a:xfrm>
            <a:off x="6883685" y="8424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176E93-F9FD-BA5B-9E58-E42CA703C3BC}"/>
              </a:ext>
            </a:extLst>
          </p:cNvPr>
          <p:cNvSpPr txBox="1"/>
          <p:nvPr/>
        </p:nvSpPr>
        <p:spPr>
          <a:xfrm>
            <a:off x="6096000" y="208083"/>
            <a:ext cx="6068602" cy="4531753"/>
          </a:xfrm>
          <a:prstGeom prst="rect">
            <a:avLst/>
          </a:prstGeom>
          <a:solidFill>
            <a:schemeClr val="tx1">
              <a:alpha val="42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14583"/>
              </a:lnSpc>
              <a:buNone/>
            </a:pPr>
            <a:r>
              <a:rPr lang="en-US" sz="18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broadcast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group_id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14583"/>
              </a:lnSpc>
              <a:buNone/>
            </a:pP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connections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8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active_connections</a:t>
            </a:r>
            <a:r>
              <a:rPr lang="en-US" sz="18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group_id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[]).</a:t>
            </a:r>
            <a:r>
              <a:rPr lang="en-US" sz="18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4583"/>
              </a:lnSpc>
              <a:buNone/>
            </a:pPr>
            <a:endParaRPr lang="en-US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4583"/>
              </a:lnSpc>
              <a:buNone/>
            </a:pP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connection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connections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4583"/>
              </a:lnSpc>
              <a:buNone/>
            </a:pP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4583"/>
              </a:lnSpc>
              <a:buNone/>
            </a:pP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connection</a:t>
            </a:r>
            <a:r>
              <a:rPr lang="en-US" sz="18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send_text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4583"/>
              </a:lnSpc>
              <a:buNone/>
            </a:pP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14583"/>
              </a:lnSpc>
              <a:buNone/>
            </a:pP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800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sz="18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disconnect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group_id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connection</a:t>
            </a:r>
            <a:r>
              <a:rPr 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4583"/>
              </a:lnSpc>
              <a:buNone/>
            </a:pPr>
            <a:endParaRPr lang="en-US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2610EC-B759-BFC2-547E-24FC09DA0A05}"/>
              </a:ext>
            </a:extLst>
          </p:cNvPr>
          <p:cNvSpPr txBox="1"/>
          <p:nvPr/>
        </p:nvSpPr>
        <p:spPr>
          <a:xfrm>
            <a:off x="174662" y="3637052"/>
            <a:ext cx="5640512" cy="2695738"/>
          </a:xfrm>
          <a:prstGeom prst="rect">
            <a:avLst/>
          </a:prstGeom>
          <a:solidFill>
            <a:schemeClr val="tx1">
              <a:alpha val="42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7B72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def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BBE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disconnect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BBE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9D1D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BBE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A65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group_id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BBE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BBE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A65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websocket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BBE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WebSocket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BBE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):</a:t>
            </a:r>
          </a:p>
          <a:p>
            <a:pPr marL="0" marR="0" lvl="0" indent="0" algn="l" defTabSz="457200" rtl="0" eaLnBrk="1" fontAlgn="auto" latinLnBrk="0" hangingPunct="1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BBE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9D1D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connections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BBE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BBE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9D1D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BBBE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9D1D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active_connections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BBBE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get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BBE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A65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group_id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BBE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[])</a:t>
            </a:r>
          </a:p>
          <a:p>
            <a:pPr marL="0" marR="0" lvl="0" indent="0" algn="l" defTabSz="457200" rtl="0" eaLnBrk="1" fontAlgn="auto" latinLnBrk="0" hangingPunct="1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BBBEB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BBE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BBE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A65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websocket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BBE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BBE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9D1D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connections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BBE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</a:p>
          <a:p>
            <a:pPr marL="0" marR="0" lvl="0" indent="0" algn="l" defTabSz="457200" rtl="0" eaLnBrk="1" fontAlgn="auto" latinLnBrk="0" hangingPunct="1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BBE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9D1D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connections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BBBE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remove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BBE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A65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websocket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BBE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BBBEB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BBE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BBE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BBE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9D1D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connections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BBE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</a:p>
          <a:p>
            <a:pPr marL="0" marR="0" lvl="0" indent="0" algn="l" defTabSz="457200" rtl="0" eaLnBrk="1" fontAlgn="auto" latinLnBrk="0" hangingPunct="1">
              <a:lnSpc>
                <a:spcPct val="11458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BBE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9D1D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self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BBBE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9D1D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active_connections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BBBE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2A8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pop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BBE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A65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group_id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BBE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None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BBEB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783EA0-BFE6-8415-899C-B553DFBF5704}"/>
              </a:ext>
            </a:extLst>
          </p:cNvPr>
          <p:cNvSpPr txBox="1"/>
          <p:nvPr/>
        </p:nvSpPr>
        <p:spPr>
          <a:xfrm>
            <a:off x="6174769" y="5373383"/>
            <a:ext cx="5842569" cy="769441"/>
          </a:xfrm>
          <a:prstGeom prst="rect">
            <a:avLst/>
          </a:prstGeom>
          <a:solidFill>
            <a:schemeClr val="tx1">
              <a:alpha val="24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</a:rPr>
              <a:t>ConnectionManager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manages all active WebSocket connections and organize them by group.</a:t>
            </a:r>
          </a:p>
        </p:txBody>
      </p:sp>
    </p:spTree>
    <p:extLst>
      <p:ext uri="{BB962C8B-B14F-4D97-AF65-F5344CB8AC3E}">
        <p14:creationId xmlns:p14="http://schemas.microsoft.com/office/powerpoint/2010/main" val="2559721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E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25603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000" b="1">
                <a:solidFill>
                  <a:srgbClr val="77AEE6"/>
                </a:solidFill>
                <a:latin typeface="Aptos"/>
              </a:rPr>
              <a:t>SIDEQUEST  /  REAL-TIME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0292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WebSocket Message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064240" cy="34747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200" b="0">
                <a:solidFill>
                  <a:srgbClr val="BECCDC"/>
                </a:solidFill>
                <a:latin typeface="Aptos"/>
              </a:rPr>
              <a:t>From secure connection to persistent, group-wide message delivery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331720"/>
            <a:ext cx="1783080" cy="1965960"/>
          </a:xfrm>
          <a:prstGeom prst="roundRect">
            <a:avLst/>
          </a:prstGeom>
          <a:solidFill>
            <a:srgbClr val="19304B"/>
          </a:solidFill>
          <a:ln w="15240">
            <a:solidFill>
              <a:srgbClr val="416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9224" y="2496312"/>
            <a:ext cx="384048" cy="384048"/>
          </a:xfrm>
          <a:prstGeom prst="ellipse">
            <a:avLst/>
          </a:prstGeom>
          <a:solidFill>
            <a:srgbClr val="3F84CA"/>
          </a:solidFill>
          <a:ln>
            <a:solidFill>
              <a:srgbClr val="3F8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3044952"/>
            <a:ext cx="1490472" cy="32004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3429000"/>
            <a:ext cx="1490472" cy="658368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100" b="0">
                <a:solidFill>
                  <a:srgbClr val="CAD8E7"/>
                </a:solidFill>
                <a:latin typeface="Aptos"/>
              </a:rPr>
              <a:t>Client opens a
WebSocket connection</a:t>
            </a:r>
          </a:p>
        </p:txBody>
      </p:sp>
      <p:sp>
        <p:nvSpPr>
          <p:cNvPr id="9" name="Chevron 8"/>
          <p:cNvSpPr/>
          <p:nvPr/>
        </p:nvSpPr>
        <p:spPr>
          <a:xfrm>
            <a:off x="2450592" y="3136391"/>
            <a:ext cx="274320" cy="420624"/>
          </a:xfrm>
          <a:prstGeom prst="chevron">
            <a:avLst/>
          </a:prstGeom>
          <a:solidFill>
            <a:srgbClr val="6FA9E0"/>
          </a:solidFill>
          <a:ln>
            <a:solidFill>
              <a:srgbClr val="6FA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52928" y="2331720"/>
            <a:ext cx="1783080" cy="1965960"/>
          </a:xfrm>
          <a:prstGeom prst="roundRect">
            <a:avLst/>
          </a:prstGeom>
          <a:solidFill>
            <a:srgbClr val="19304B"/>
          </a:solidFill>
          <a:ln w="15240">
            <a:solidFill>
              <a:srgbClr val="416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99232" y="2496312"/>
            <a:ext cx="384048" cy="384048"/>
          </a:xfrm>
          <a:prstGeom prst="ellipse">
            <a:avLst/>
          </a:prstGeom>
          <a:solidFill>
            <a:srgbClr val="3F84CA"/>
          </a:solidFill>
          <a:ln>
            <a:solidFill>
              <a:srgbClr val="3F8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3044952"/>
            <a:ext cx="1490472" cy="32004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SECURE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3429000"/>
            <a:ext cx="1490472" cy="658368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100" b="0">
                <a:solidFill>
                  <a:srgbClr val="CAD8E7"/>
                </a:solidFill>
                <a:latin typeface="Aptos"/>
              </a:rPr>
              <a:t>Verify JWT token
and group membership</a:t>
            </a:r>
          </a:p>
        </p:txBody>
      </p:sp>
      <p:sp>
        <p:nvSpPr>
          <p:cNvPr id="14" name="Chevron 13"/>
          <p:cNvSpPr/>
          <p:nvPr/>
        </p:nvSpPr>
        <p:spPr>
          <a:xfrm>
            <a:off x="4800600" y="3136391"/>
            <a:ext cx="274320" cy="420624"/>
          </a:xfrm>
          <a:prstGeom prst="chevron">
            <a:avLst/>
          </a:prstGeom>
          <a:solidFill>
            <a:srgbClr val="6FA9E0"/>
          </a:solidFill>
          <a:ln>
            <a:solidFill>
              <a:srgbClr val="6FA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02936" y="2331720"/>
            <a:ext cx="1783080" cy="1965960"/>
          </a:xfrm>
          <a:prstGeom prst="roundRect">
            <a:avLst/>
          </a:prstGeom>
          <a:solidFill>
            <a:srgbClr val="19304B"/>
          </a:solidFill>
          <a:ln w="15240">
            <a:solidFill>
              <a:srgbClr val="416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49240" y="2496312"/>
            <a:ext cx="384048" cy="384048"/>
          </a:xfrm>
          <a:prstGeom prst="ellipse">
            <a:avLst/>
          </a:prstGeom>
          <a:solidFill>
            <a:srgbClr val="3F84CA"/>
          </a:solidFill>
          <a:ln>
            <a:solidFill>
              <a:srgbClr val="3F8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3044952"/>
            <a:ext cx="1490472" cy="32004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MANAGE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3429000"/>
            <a:ext cx="1490472" cy="658368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100" b="0">
                <a:solidFill>
                  <a:srgbClr val="CAD8E7"/>
                </a:solidFill>
                <a:latin typeface="Aptos"/>
              </a:rPr>
              <a:t>Accept and track
the group connection</a:t>
            </a:r>
          </a:p>
        </p:txBody>
      </p:sp>
      <p:sp>
        <p:nvSpPr>
          <p:cNvPr id="19" name="Chevron 18"/>
          <p:cNvSpPr/>
          <p:nvPr/>
        </p:nvSpPr>
        <p:spPr>
          <a:xfrm>
            <a:off x="7150608" y="3136391"/>
            <a:ext cx="274320" cy="420624"/>
          </a:xfrm>
          <a:prstGeom prst="chevron">
            <a:avLst/>
          </a:prstGeom>
          <a:solidFill>
            <a:srgbClr val="6FA9E0"/>
          </a:solidFill>
          <a:ln>
            <a:solidFill>
              <a:srgbClr val="6FA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52944" y="2331720"/>
            <a:ext cx="1783080" cy="1965960"/>
          </a:xfrm>
          <a:prstGeom prst="roundRect">
            <a:avLst/>
          </a:prstGeom>
          <a:solidFill>
            <a:srgbClr val="19304B"/>
          </a:solidFill>
          <a:ln w="15240">
            <a:solidFill>
              <a:srgbClr val="416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99248" y="2496312"/>
            <a:ext cx="384048" cy="384048"/>
          </a:xfrm>
          <a:prstGeom prst="ellipse">
            <a:avLst/>
          </a:prstGeom>
          <a:solidFill>
            <a:srgbClr val="3F84CA"/>
          </a:solidFill>
          <a:ln>
            <a:solidFill>
              <a:srgbClr val="3F8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3044952"/>
            <a:ext cx="1490472" cy="32004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PROCESS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3429000"/>
            <a:ext cx="1490472" cy="658368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100" b="0">
                <a:solidFill>
                  <a:srgbClr val="CAD8E7"/>
                </a:solidFill>
                <a:latin typeface="Aptos"/>
              </a:rPr>
              <a:t>Receive and validate
the message</a:t>
            </a:r>
          </a:p>
        </p:txBody>
      </p:sp>
      <p:sp>
        <p:nvSpPr>
          <p:cNvPr id="24" name="Chevron 23"/>
          <p:cNvSpPr/>
          <p:nvPr/>
        </p:nvSpPr>
        <p:spPr>
          <a:xfrm>
            <a:off x="9500615" y="3136391"/>
            <a:ext cx="274320" cy="420624"/>
          </a:xfrm>
          <a:prstGeom prst="chevron">
            <a:avLst/>
          </a:prstGeom>
          <a:solidFill>
            <a:srgbClr val="6FA9E0"/>
          </a:solidFill>
          <a:ln>
            <a:solidFill>
              <a:srgbClr val="6FA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902952" y="2331720"/>
            <a:ext cx="1783080" cy="1965960"/>
          </a:xfrm>
          <a:prstGeom prst="roundRect">
            <a:avLst/>
          </a:prstGeom>
          <a:solidFill>
            <a:srgbClr val="19304B"/>
          </a:solidFill>
          <a:ln w="15240">
            <a:solidFill>
              <a:srgbClr val="416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49256" y="2496312"/>
            <a:ext cx="384048" cy="384048"/>
          </a:xfrm>
          <a:prstGeom prst="ellipse">
            <a:avLst/>
          </a:prstGeom>
          <a:solidFill>
            <a:srgbClr val="3F84CA"/>
          </a:solidFill>
          <a:ln>
            <a:solidFill>
              <a:srgbClr val="3F8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49256" y="3044952"/>
            <a:ext cx="1490472" cy="320040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DELIVER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49256" y="3429000"/>
            <a:ext cx="1490472" cy="658368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l"/>
            <a:r>
              <a:rPr sz="1100" b="0">
                <a:solidFill>
                  <a:srgbClr val="CAD8E7"/>
                </a:solidFill>
                <a:latin typeface="Aptos"/>
              </a:rPr>
              <a:t>Save to PostgreSQL
and broadcast to group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800600"/>
            <a:ext cx="11183112" cy="749808"/>
          </a:xfrm>
          <a:prstGeom prst="roundRect">
            <a:avLst/>
          </a:prstGeom>
          <a:solidFill>
            <a:srgbClr val="13273F"/>
          </a:solidFill>
          <a:ln w="15240">
            <a:solidFill>
              <a:srgbClr val="305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4937760"/>
            <a:ext cx="10698480" cy="438912"/>
          </a:xfrm>
          <a:prstGeom prst="rect">
            <a:avLst/>
          </a:prstGeom>
          <a:noFill/>
        </p:spPr>
        <p:txBody>
          <a:bodyPr wrap="none" lIns="18288" rIns="18288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DEEBF8"/>
                </a:solidFill>
                <a:latin typeface="Aptos"/>
              </a:rPr>
              <a:t>AUTHENTICATE  →  AUTHORIZE  →  CONNECT  →  VALIDATE  →  PERSIST  →  BROADCAST</a:t>
            </a:r>
          </a:p>
        </p:txBody>
      </p:sp>
    </p:spTree>
    <p:extLst>
      <p:ext uri="{BB962C8B-B14F-4D97-AF65-F5344CB8AC3E}">
        <p14:creationId xmlns:p14="http://schemas.microsoft.com/office/powerpoint/2010/main" val="673822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869</Words>
  <Application>Microsoft Office PowerPoint</Application>
  <PresentationFormat>Widescreen</PresentationFormat>
  <Paragraphs>137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Tanzim Ahamad</dc:creator>
  <cp:keywords/>
  <dc:description>generated using python-pptx</dc:description>
  <cp:lastModifiedBy>Tanzim Ahamad</cp:lastModifiedBy>
  <cp:revision>2</cp:revision>
  <dcterms:created xsi:type="dcterms:W3CDTF">2013-01-27T09:14:16Z</dcterms:created>
  <dcterms:modified xsi:type="dcterms:W3CDTF">2026-11-01T17:07:59Z</dcterms:modified>
  <cp:category/>
</cp:coreProperties>
</file>